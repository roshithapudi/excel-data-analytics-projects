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86" r:id="rId7"/>
    <p:sldId id="288" r:id="rId8"/>
    <p:sldId id="289" r:id="rId9"/>
    <p:sldId id="297" r:id="rId10"/>
    <p:sldId id="299" r:id="rId11"/>
    <p:sldId id="300" r:id="rId12"/>
    <p:sldId id="290" r:id="rId13"/>
    <p:sldId id="291" r:id="rId14"/>
    <p:sldId id="292" r:id="rId15"/>
    <p:sldId id="301" r:id="rId16"/>
    <p:sldId id="295" r:id="rId17"/>
    <p:sldId id="294" r:id="rId18"/>
    <p:sldId id="29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1DFCD0-D654-417C-9AEA-CDC0B72C7F7C}" v="63" dt="2026-03-20T15:17:55.776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46" autoAdjust="0"/>
  </p:normalViewPr>
  <p:slideViewPr>
    <p:cSldViewPr snapToGrid="0">
      <p:cViewPr>
        <p:scale>
          <a:sx n="66" d="100"/>
          <a:sy n="66" d="100"/>
        </p:scale>
        <p:origin x="32" y="-260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e !" userId="806ca699274148b6" providerId="LiveId" clId="{E2D28672-9D42-4296-84C9-5578912BD0DB}"/>
    <pc:docChg chg="undo custSel addSld delSld modSld">
      <pc:chgData name="rose !" userId="806ca699274148b6" providerId="LiveId" clId="{E2D28672-9D42-4296-84C9-5578912BD0DB}" dt="2026-03-20T15:21:55.879" v="228" actId="26606"/>
      <pc:docMkLst>
        <pc:docMk/>
      </pc:docMkLst>
      <pc:sldChg chg="addSp modSp mod">
        <pc:chgData name="rose !" userId="806ca699274148b6" providerId="LiveId" clId="{E2D28672-9D42-4296-84C9-5578912BD0DB}" dt="2026-03-20T14:48:23.252" v="15" actId="121"/>
        <pc:sldMkLst>
          <pc:docMk/>
          <pc:sldMk cId="2259308896" sldId="256"/>
        </pc:sldMkLst>
        <pc:spChg chg="mod">
          <ac:chgData name="rose !" userId="806ca699274148b6" providerId="LiveId" clId="{E2D28672-9D42-4296-84C9-5578912BD0DB}" dt="2026-03-20T14:44:49.429" v="0"/>
          <ac:spMkLst>
            <pc:docMk/>
            <pc:sldMk cId="2259308896" sldId="256"/>
            <ac:spMk id="2" creationId="{51DF3D98-3C30-4CFC-8643-C81E829C8C25}"/>
          </ac:spMkLst>
        </pc:spChg>
        <pc:spChg chg="add mod">
          <ac:chgData name="rose !" userId="806ca699274148b6" providerId="LiveId" clId="{E2D28672-9D42-4296-84C9-5578912BD0DB}" dt="2026-03-20T14:48:23.252" v="15" actId="121"/>
          <ac:spMkLst>
            <pc:docMk/>
            <pc:sldMk cId="2259308896" sldId="256"/>
            <ac:spMk id="3" creationId="{9ABD3B83-53AA-5149-2494-6CB7A851315C}"/>
          </ac:spMkLst>
        </pc:spChg>
      </pc:sldChg>
      <pc:sldChg chg="addSp delSp modSp mod modClrScheme chgLayout">
        <pc:chgData name="rose !" userId="806ca699274148b6" providerId="LiveId" clId="{E2D28672-9D42-4296-84C9-5578912BD0DB}" dt="2026-03-20T15:18:52.429" v="212" actId="26606"/>
        <pc:sldMkLst>
          <pc:docMk/>
          <pc:sldMk cId="1325608595" sldId="257"/>
        </pc:sldMkLst>
        <pc:spChg chg="mod ord">
          <ac:chgData name="rose !" userId="806ca699274148b6" providerId="LiveId" clId="{E2D28672-9D42-4296-84C9-5578912BD0DB}" dt="2026-03-20T15:18:52.429" v="212" actId="26606"/>
          <ac:spMkLst>
            <pc:docMk/>
            <pc:sldMk cId="1325608595" sldId="257"/>
            <ac:spMk id="2" creationId="{912DF434-28DB-4621-A497-D62C41CE0419}"/>
          </ac:spMkLst>
        </pc:spChg>
        <pc:spChg chg="del mod ord">
          <ac:chgData name="rose !" userId="806ca699274148b6" providerId="LiveId" clId="{E2D28672-9D42-4296-84C9-5578912BD0DB}" dt="2026-03-20T15:18:52.429" v="212" actId="26606"/>
          <ac:spMkLst>
            <pc:docMk/>
            <pc:sldMk cId="1325608595" sldId="257"/>
            <ac:spMk id="3" creationId="{22788C46-D0BC-4307-AE55-7601A139E7CB}"/>
          </ac:spMkLst>
        </pc:spChg>
        <pc:spChg chg="add">
          <ac:chgData name="rose !" userId="806ca699274148b6" providerId="LiveId" clId="{E2D28672-9D42-4296-84C9-5578912BD0DB}" dt="2026-03-20T14:48:50.925" v="17"/>
          <ac:spMkLst>
            <pc:docMk/>
            <pc:sldMk cId="1325608595" sldId="257"/>
            <ac:spMk id="4" creationId="{F26577EB-9A68-2FE9-80E2-B1F2667F49B0}"/>
          </ac:spMkLst>
        </pc:spChg>
        <pc:graphicFrameChg chg="add mod">
          <ac:chgData name="rose !" userId="806ca699274148b6" providerId="LiveId" clId="{E2D28672-9D42-4296-84C9-5578912BD0DB}" dt="2026-03-20T15:18:52.429" v="212" actId="26606"/>
          <ac:graphicFrameMkLst>
            <pc:docMk/>
            <pc:sldMk cId="1325608595" sldId="257"/>
            <ac:graphicFrameMk id="5" creationId="{F4C88CE4-21F0-016E-1D1B-4ED59EB624E4}"/>
          </ac:graphicFrameMkLst>
        </pc:graphicFrameChg>
      </pc:sldChg>
      <pc:sldChg chg="addSp delSp modSp mod modClrScheme chgLayout">
        <pc:chgData name="rose !" userId="806ca699274148b6" providerId="LiveId" clId="{E2D28672-9D42-4296-84C9-5578912BD0DB}" dt="2026-03-20T14:51:28.143" v="37" actId="478"/>
        <pc:sldMkLst>
          <pc:docMk/>
          <pc:sldMk cId="3662677160" sldId="286"/>
        </pc:sldMkLst>
        <pc:spChg chg="mod ord">
          <ac:chgData name="rose !" userId="806ca699274148b6" providerId="LiveId" clId="{E2D28672-9D42-4296-84C9-5578912BD0DB}" dt="2026-03-20T14:50:36.828" v="30"/>
          <ac:spMkLst>
            <pc:docMk/>
            <pc:sldMk cId="3662677160" sldId="286"/>
            <ac:spMk id="2" creationId="{6F148DD4-4828-CE87-0C5C-42BE175E8DA5}"/>
          </ac:spMkLst>
        </pc:spChg>
        <pc:spChg chg="add del mod ord">
          <ac:chgData name="rose !" userId="806ca699274148b6" providerId="LiveId" clId="{E2D28672-9D42-4296-84C9-5578912BD0DB}" dt="2026-03-20T14:50:47.451" v="31"/>
          <ac:spMkLst>
            <pc:docMk/>
            <pc:sldMk cId="3662677160" sldId="286"/>
            <ac:spMk id="3" creationId="{A0CDBDB5-D138-CA26-12A0-1D11EAD42C67}"/>
          </ac:spMkLst>
        </pc:spChg>
        <pc:spChg chg="add mod">
          <ac:chgData name="rose !" userId="806ca699274148b6" providerId="LiveId" clId="{E2D28672-9D42-4296-84C9-5578912BD0DB}" dt="2026-03-20T14:51:22.392" v="36" actId="403"/>
          <ac:spMkLst>
            <pc:docMk/>
            <pc:sldMk cId="3662677160" sldId="286"/>
            <ac:spMk id="4" creationId="{43FE987C-6922-4355-C98B-2CC3A99B254F}"/>
          </ac:spMkLst>
        </pc:spChg>
        <pc:picChg chg="del mod ord">
          <ac:chgData name="rose !" userId="806ca699274148b6" providerId="LiveId" clId="{E2D28672-9D42-4296-84C9-5578912BD0DB}" dt="2026-03-20T14:51:28.143" v="37" actId="478"/>
          <ac:picMkLst>
            <pc:docMk/>
            <pc:sldMk cId="3662677160" sldId="286"/>
            <ac:picMk id="10" creationId="{FCA2FB5B-570E-D181-A4B1-1DCB61C08948}"/>
          </ac:picMkLst>
        </pc:picChg>
      </pc:sldChg>
      <pc:sldChg chg="addSp delSp modSp mod modClrScheme chgLayout">
        <pc:chgData name="rose !" userId="806ca699274148b6" providerId="LiveId" clId="{E2D28672-9D42-4296-84C9-5578912BD0DB}" dt="2026-03-20T15:20:55.652" v="219" actId="26606"/>
        <pc:sldMkLst>
          <pc:docMk/>
          <pc:sldMk cId="779750606" sldId="288"/>
        </pc:sldMkLst>
        <pc:spChg chg="mod ord">
          <ac:chgData name="rose !" userId="806ca699274148b6" providerId="LiveId" clId="{E2D28672-9D42-4296-84C9-5578912BD0DB}" dt="2026-03-20T15:20:55.652" v="219" actId="26606"/>
          <ac:spMkLst>
            <pc:docMk/>
            <pc:sldMk cId="779750606" sldId="288"/>
            <ac:spMk id="2" creationId="{E3CEE190-899A-46D2-989D-C4BC6A46F946}"/>
          </ac:spMkLst>
        </pc:spChg>
        <pc:spChg chg="mod ord">
          <ac:chgData name="rose !" userId="806ca699274148b6" providerId="LiveId" clId="{E2D28672-9D42-4296-84C9-5578912BD0DB}" dt="2026-03-20T15:20:55.652" v="219" actId="26606"/>
          <ac:spMkLst>
            <pc:docMk/>
            <pc:sldMk cId="779750606" sldId="288"/>
            <ac:spMk id="3" creationId="{26BC9DE8-A5CC-4BE1-0DE5-CB15D01A7919}"/>
          </ac:spMkLst>
        </pc:spChg>
        <pc:spChg chg="add del mod">
          <ac:chgData name="rose !" userId="806ca699274148b6" providerId="LiveId" clId="{E2D28672-9D42-4296-84C9-5578912BD0DB}" dt="2026-03-20T14:54:03.393" v="46" actId="931"/>
          <ac:spMkLst>
            <pc:docMk/>
            <pc:sldMk cId="779750606" sldId="288"/>
            <ac:spMk id="5" creationId="{23E7C7A8-6533-E8E9-D7BD-618E16C2E3D0}"/>
          </ac:spMkLst>
        </pc:spChg>
        <pc:spChg chg="add del mod">
          <ac:chgData name="rose !" userId="806ca699274148b6" providerId="LiveId" clId="{E2D28672-9D42-4296-84C9-5578912BD0DB}" dt="2026-03-20T15:20:49.920" v="218" actId="700"/>
          <ac:spMkLst>
            <pc:docMk/>
            <pc:sldMk cId="779750606" sldId="288"/>
            <ac:spMk id="11" creationId="{503058C2-D78C-473B-ABC7-C5B432968C5C}"/>
          </ac:spMkLst>
        </pc:spChg>
        <pc:picChg chg="add mod">
          <ac:chgData name="rose !" userId="806ca699274148b6" providerId="LiveId" clId="{E2D28672-9D42-4296-84C9-5578912BD0DB}" dt="2026-03-20T14:53:05.467" v="45" actId="931"/>
          <ac:picMkLst>
            <pc:docMk/>
            <pc:sldMk cId="779750606" sldId="288"/>
            <ac:picMk id="7" creationId="{232E70BE-82F5-938D-BE7C-ACF7D4F238CA}"/>
          </ac:picMkLst>
        </pc:picChg>
        <pc:picChg chg="add del mod">
          <ac:chgData name="rose !" userId="806ca699274148b6" providerId="LiveId" clId="{E2D28672-9D42-4296-84C9-5578912BD0DB}" dt="2026-03-20T15:20:28.816" v="217" actId="478"/>
          <ac:picMkLst>
            <pc:docMk/>
            <pc:sldMk cId="779750606" sldId="288"/>
            <ac:picMk id="9" creationId="{52E2109C-64C4-A108-1C67-55959404DF25}"/>
          </ac:picMkLst>
        </pc:picChg>
        <pc:picChg chg="del">
          <ac:chgData name="rose !" userId="806ca699274148b6" providerId="LiveId" clId="{E2D28672-9D42-4296-84C9-5578912BD0DB}" dt="2026-03-20T14:52:13.972" v="43" actId="478"/>
          <ac:picMkLst>
            <pc:docMk/>
            <pc:sldMk cId="779750606" sldId="288"/>
            <ac:picMk id="17" creationId="{2ECBBDA4-D2C1-0F46-BA36-5967266F87AD}"/>
          </ac:picMkLst>
        </pc:picChg>
      </pc:sldChg>
      <pc:sldChg chg="addSp delSp modSp mod modClrScheme chgLayout">
        <pc:chgData name="rose !" userId="806ca699274148b6" providerId="LiveId" clId="{E2D28672-9D42-4296-84C9-5578912BD0DB}" dt="2026-03-20T15:18:07.963" v="207" actId="403"/>
        <pc:sldMkLst>
          <pc:docMk/>
          <pc:sldMk cId="2529338794" sldId="289"/>
        </pc:sldMkLst>
        <pc:spChg chg="add del mod ord">
          <ac:chgData name="rose !" userId="806ca699274148b6" providerId="LiveId" clId="{E2D28672-9D42-4296-84C9-5578912BD0DB}" dt="2026-03-20T15:14:42.171" v="188" actId="26606"/>
          <ac:spMkLst>
            <pc:docMk/>
            <pc:sldMk cId="2529338794" sldId="289"/>
            <ac:spMk id="2" creationId="{DFA56269-9E65-2507-8824-F5B3F1883AFA}"/>
          </ac:spMkLst>
        </pc:spChg>
        <pc:spChg chg="del mod ord">
          <ac:chgData name="rose !" userId="806ca699274148b6" providerId="LiveId" clId="{E2D28672-9D42-4296-84C9-5578912BD0DB}" dt="2026-03-20T15:14:42.171" v="188" actId="26606"/>
          <ac:spMkLst>
            <pc:docMk/>
            <pc:sldMk cId="2529338794" sldId="289"/>
            <ac:spMk id="3" creationId="{DAF7743C-9A64-6DD7-26EC-7870E2484D2F}"/>
          </ac:spMkLst>
        </pc:spChg>
        <pc:spChg chg="mod ord">
          <ac:chgData name="rose !" userId="806ca699274148b6" providerId="LiveId" clId="{E2D28672-9D42-4296-84C9-5578912BD0DB}" dt="2026-03-20T15:15:02.731" v="191" actId="403"/>
          <ac:spMkLst>
            <pc:docMk/>
            <pc:sldMk cId="2529338794" sldId="289"/>
            <ac:spMk id="5" creationId="{7FF5EE67-DE83-C00F-F31C-58A2B46234DB}"/>
          </ac:spMkLst>
        </pc:spChg>
        <pc:graphicFrameChg chg="add mod modGraphic">
          <ac:chgData name="rose !" userId="806ca699274148b6" providerId="LiveId" clId="{E2D28672-9D42-4296-84C9-5578912BD0DB}" dt="2026-03-20T15:18:07.963" v="207" actId="403"/>
          <ac:graphicFrameMkLst>
            <pc:docMk/>
            <pc:sldMk cId="2529338794" sldId="289"/>
            <ac:graphicFrameMk id="7" creationId="{8800BF22-CA0C-C16B-C675-F0FB6E7980B6}"/>
          </ac:graphicFrameMkLst>
        </pc:graphicFrameChg>
        <pc:picChg chg="add mod">
          <ac:chgData name="rose !" userId="806ca699274148b6" providerId="LiveId" clId="{E2D28672-9D42-4296-84C9-5578912BD0DB}" dt="2026-03-20T15:14:38.841" v="187" actId="931"/>
          <ac:picMkLst>
            <pc:docMk/>
            <pc:sldMk cId="2529338794" sldId="289"/>
            <ac:picMk id="6" creationId="{42E638F2-914E-8D6B-A614-5D6E1F2315AD}"/>
          </ac:picMkLst>
        </pc:picChg>
      </pc:sldChg>
      <pc:sldChg chg="addSp delSp modSp mod modClrScheme chgLayout">
        <pc:chgData name="rose !" userId="806ca699274148b6" providerId="LiveId" clId="{E2D28672-9D42-4296-84C9-5578912BD0DB}" dt="2026-03-20T15:21:28.119" v="224" actId="26606"/>
        <pc:sldMkLst>
          <pc:docMk/>
          <pc:sldMk cId="1265939620" sldId="290"/>
        </pc:sldMkLst>
        <pc:spChg chg="add">
          <ac:chgData name="rose !" userId="806ca699274148b6" providerId="LiveId" clId="{E2D28672-9D42-4296-84C9-5578912BD0DB}" dt="2026-03-20T15:00:37.672" v="86"/>
          <ac:spMkLst>
            <pc:docMk/>
            <pc:sldMk cId="1265939620" sldId="290"/>
            <ac:spMk id="2" creationId="{84494B78-D202-4306-596A-38F1D1E5A195}"/>
          </ac:spMkLst>
        </pc:spChg>
        <pc:spChg chg="mod ord">
          <ac:chgData name="rose !" userId="806ca699274148b6" providerId="LiveId" clId="{E2D28672-9D42-4296-84C9-5578912BD0DB}" dt="2026-03-20T15:21:28.119" v="224" actId="26606"/>
          <ac:spMkLst>
            <pc:docMk/>
            <pc:sldMk cId="1265939620" sldId="290"/>
            <ac:spMk id="3" creationId="{D1455C0B-19FB-954B-532A-0A68CAC4E0E4}"/>
          </ac:spMkLst>
        </pc:spChg>
        <pc:spChg chg="del">
          <ac:chgData name="rose !" userId="806ca699274148b6" providerId="LiveId" clId="{E2D28672-9D42-4296-84C9-5578912BD0DB}" dt="2026-03-20T15:01:49.318" v="108" actId="478"/>
          <ac:spMkLst>
            <pc:docMk/>
            <pc:sldMk cId="1265939620" sldId="290"/>
            <ac:spMk id="4" creationId="{DBA34351-9D9C-8C32-5CC0-3F19A1CAC037}"/>
          </ac:spMkLst>
        </pc:spChg>
        <pc:spChg chg="add">
          <ac:chgData name="rose !" userId="806ca699274148b6" providerId="LiveId" clId="{E2D28672-9D42-4296-84C9-5578912BD0DB}" dt="2026-03-20T15:00:44.063" v="87"/>
          <ac:spMkLst>
            <pc:docMk/>
            <pc:sldMk cId="1265939620" sldId="290"/>
            <ac:spMk id="5" creationId="{9CE00E11-2B53-18AB-D51E-72E5E0CD57E7}"/>
          </ac:spMkLst>
        </pc:spChg>
        <pc:spChg chg="mod ord">
          <ac:chgData name="rose !" userId="806ca699274148b6" providerId="LiveId" clId="{E2D28672-9D42-4296-84C9-5578912BD0DB}" dt="2026-03-20T15:21:28.119" v="224" actId="26606"/>
          <ac:spMkLst>
            <pc:docMk/>
            <pc:sldMk cId="1265939620" sldId="290"/>
            <ac:spMk id="6" creationId="{EDF9E134-98AA-3ECE-E40A-180C85ACD7D5}"/>
          </ac:spMkLst>
        </pc:spChg>
        <pc:spChg chg="add del mod">
          <ac:chgData name="rose !" userId="806ca699274148b6" providerId="LiveId" clId="{E2D28672-9D42-4296-84C9-5578912BD0DB}" dt="2026-03-20T15:02:29.373" v="109" actId="931"/>
          <ac:spMkLst>
            <pc:docMk/>
            <pc:sldMk cId="1265939620" sldId="290"/>
            <ac:spMk id="8" creationId="{D1C2E398-9BAC-6E07-76CB-37BE61AE1362}"/>
          </ac:spMkLst>
        </pc:spChg>
        <pc:spChg chg="add del mod">
          <ac:chgData name="rose !" userId="806ca699274148b6" providerId="LiveId" clId="{E2D28672-9D42-4296-84C9-5578912BD0DB}" dt="2026-03-20T15:03:13.672" v="114" actId="478"/>
          <ac:spMkLst>
            <pc:docMk/>
            <pc:sldMk cId="1265939620" sldId="290"/>
            <ac:spMk id="11" creationId="{65B534DF-32F1-AD78-D3DB-B12ED3F19313}"/>
          </ac:spMkLst>
        </pc:spChg>
        <pc:spChg chg="add del mod ord">
          <ac:chgData name="rose !" userId="806ca699274148b6" providerId="LiveId" clId="{E2D28672-9D42-4296-84C9-5578912BD0DB}" dt="2026-03-20T15:21:11.838" v="221" actId="700"/>
          <ac:spMkLst>
            <pc:docMk/>
            <pc:sldMk cId="1265939620" sldId="290"/>
            <ac:spMk id="13" creationId="{91E203A2-5403-37CB-2EE7-66D3D954C00A}"/>
          </ac:spMkLst>
        </pc:spChg>
        <pc:spChg chg="add del mod ord">
          <ac:chgData name="rose !" userId="806ca699274148b6" providerId="LiveId" clId="{E2D28672-9D42-4296-84C9-5578912BD0DB}" dt="2026-03-20T15:21:28.119" v="224" actId="26606"/>
          <ac:spMkLst>
            <pc:docMk/>
            <pc:sldMk cId="1265939620" sldId="290"/>
            <ac:spMk id="14" creationId="{09E8D59A-E7FB-5214-0ED6-B5E298556F94}"/>
          </ac:spMkLst>
        </pc:spChg>
        <pc:picChg chg="add del mod modCrop">
          <ac:chgData name="rose !" userId="806ca699274148b6" providerId="LiveId" clId="{E2D28672-9D42-4296-84C9-5578912BD0DB}" dt="2026-03-20T15:21:04.845" v="220" actId="478"/>
          <ac:picMkLst>
            <pc:docMk/>
            <pc:sldMk cId="1265939620" sldId="290"/>
            <ac:picMk id="10" creationId="{E07C0C78-9BB8-95F8-B19D-CBF5B123A703}"/>
          </ac:picMkLst>
        </pc:picChg>
      </pc:sldChg>
      <pc:sldChg chg="addSp delSp modSp mod">
        <pc:chgData name="rose !" userId="806ca699274148b6" providerId="LiveId" clId="{E2D28672-9D42-4296-84C9-5578912BD0DB}" dt="2026-03-20T15:04:52.526" v="130" actId="478"/>
        <pc:sldMkLst>
          <pc:docMk/>
          <pc:sldMk cId="2652102883" sldId="291"/>
        </pc:sldMkLst>
        <pc:spChg chg="del">
          <ac:chgData name="rose !" userId="806ca699274148b6" providerId="LiveId" clId="{E2D28672-9D42-4296-84C9-5578912BD0DB}" dt="2026-03-20T15:04:05.533" v="117" actId="478"/>
          <ac:spMkLst>
            <pc:docMk/>
            <pc:sldMk cId="2652102883" sldId="291"/>
            <ac:spMk id="3" creationId="{D1455C0B-19FB-954B-532A-0A68CAC4E0E4}"/>
          </ac:spMkLst>
        </pc:spChg>
        <pc:spChg chg="del">
          <ac:chgData name="rose !" userId="806ca699274148b6" providerId="LiveId" clId="{E2D28672-9D42-4296-84C9-5578912BD0DB}" dt="2026-03-20T15:04:02.206" v="116" actId="478"/>
          <ac:spMkLst>
            <pc:docMk/>
            <pc:sldMk cId="2652102883" sldId="291"/>
            <ac:spMk id="4" creationId="{DBA34351-9D9C-8C32-5CC0-3F19A1CAC037}"/>
          </ac:spMkLst>
        </pc:spChg>
        <pc:spChg chg="add del mod">
          <ac:chgData name="rose !" userId="806ca699274148b6" providerId="LiveId" clId="{E2D28672-9D42-4296-84C9-5578912BD0DB}" dt="2026-03-20T15:04:52.526" v="130" actId="478"/>
          <ac:spMkLst>
            <pc:docMk/>
            <pc:sldMk cId="2652102883" sldId="291"/>
            <ac:spMk id="5" creationId="{021C9EB6-A8E3-7ED7-BB1D-FDD616C37B15}"/>
          </ac:spMkLst>
        </pc:spChg>
        <pc:spChg chg="mod">
          <ac:chgData name="rose !" userId="806ca699274148b6" providerId="LiveId" clId="{E2D28672-9D42-4296-84C9-5578912BD0DB}" dt="2026-03-20T15:04:48.716" v="129" actId="14100"/>
          <ac:spMkLst>
            <pc:docMk/>
            <pc:sldMk cId="2652102883" sldId="291"/>
            <ac:spMk id="6" creationId="{64CFB73D-B7C9-A177-04F3-E48E841A875E}"/>
          </ac:spMkLst>
        </pc:spChg>
        <pc:spChg chg="add del mod">
          <ac:chgData name="rose !" userId="806ca699274148b6" providerId="LiveId" clId="{E2D28672-9D42-4296-84C9-5578912BD0DB}" dt="2026-03-20T15:04:35.036" v="126" actId="478"/>
          <ac:spMkLst>
            <pc:docMk/>
            <pc:sldMk cId="2652102883" sldId="291"/>
            <ac:spMk id="8" creationId="{6C2AB183-1FF9-A3C9-7590-03B107F242B7}"/>
          </ac:spMkLst>
        </pc:spChg>
        <pc:picChg chg="add mod">
          <ac:chgData name="rose !" userId="806ca699274148b6" providerId="LiveId" clId="{E2D28672-9D42-4296-84C9-5578912BD0DB}" dt="2026-03-20T15:04:37.969" v="127" actId="1076"/>
          <ac:picMkLst>
            <pc:docMk/>
            <pc:sldMk cId="2652102883" sldId="291"/>
            <ac:picMk id="10" creationId="{4F761A74-DE38-5738-41A6-DF3086DA807C}"/>
          </ac:picMkLst>
        </pc:picChg>
      </pc:sldChg>
      <pc:sldChg chg="addSp delSp modSp mod modClrScheme chgLayout">
        <pc:chgData name="rose !" userId="806ca699274148b6" providerId="LiveId" clId="{E2D28672-9D42-4296-84C9-5578912BD0DB}" dt="2026-03-20T15:21:55.879" v="228" actId="26606"/>
        <pc:sldMkLst>
          <pc:docMk/>
          <pc:sldMk cId="362649583" sldId="292"/>
        </pc:sldMkLst>
        <pc:spChg chg="mod ord">
          <ac:chgData name="rose !" userId="806ca699274148b6" providerId="LiveId" clId="{E2D28672-9D42-4296-84C9-5578912BD0DB}" dt="2026-03-20T15:21:55.879" v="228" actId="26606"/>
          <ac:spMkLst>
            <pc:docMk/>
            <pc:sldMk cId="362649583" sldId="292"/>
            <ac:spMk id="2" creationId="{E97EF58C-138C-55F4-DA77-4C3F06C81A1C}"/>
          </ac:spMkLst>
        </pc:spChg>
        <pc:spChg chg="mod ord">
          <ac:chgData name="rose !" userId="806ca699274148b6" providerId="LiveId" clId="{E2D28672-9D42-4296-84C9-5578912BD0DB}" dt="2026-03-20T15:21:55.879" v="228" actId="26606"/>
          <ac:spMkLst>
            <pc:docMk/>
            <pc:sldMk cId="362649583" sldId="292"/>
            <ac:spMk id="3" creationId="{9B5DDE7C-335B-FD23-E1E6-CDCB99B7878C}"/>
          </ac:spMkLst>
        </pc:spChg>
        <pc:spChg chg="add del mod">
          <ac:chgData name="rose !" userId="806ca699274148b6" providerId="LiveId" clId="{E2D28672-9D42-4296-84C9-5578912BD0DB}" dt="2026-03-20T15:05:45.359" v="133" actId="931"/>
          <ac:spMkLst>
            <pc:docMk/>
            <pc:sldMk cId="362649583" sldId="292"/>
            <ac:spMk id="5" creationId="{8F1775F9-D293-0D6B-AF7E-431027604B45}"/>
          </ac:spMkLst>
        </pc:spChg>
        <pc:spChg chg="add del mod">
          <ac:chgData name="rose !" userId="806ca699274148b6" providerId="LiveId" clId="{E2D28672-9D42-4296-84C9-5578912BD0DB}" dt="2026-03-20T15:06:30.837" v="137" actId="478"/>
          <ac:spMkLst>
            <pc:docMk/>
            <pc:sldMk cId="362649583" sldId="292"/>
            <ac:spMk id="8" creationId="{1F57171D-F76B-5FC2-E43B-18064A68410F}"/>
          </ac:spMkLst>
        </pc:spChg>
        <pc:spChg chg="add">
          <ac:chgData name="rose !" userId="806ca699274148b6" providerId="LiveId" clId="{E2D28672-9D42-4296-84C9-5578912BD0DB}" dt="2026-03-20T15:05:51.616" v="134"/>
          <ac:spMkLst>
            <pc:docMk/>
            <pc:sldMk cId="362649583" sldId="292"/>
            <ac:spMk id="9" creationId="{7984674B-DF74-0FDC-3E5F-1EAB37A43FB2}"/>
          </ac:spMkLst>
        </pc:spChg>
        <pc:spChg chg="add">
          <ac:chgData name="rose !" userId="806ca699274148b6" providerId="LiveId" clId="{E2D28672-9D42-4296-84C9-5578912BD0DB}" dt="2026-03-20T15:05:57.080" v="135"/>
          <ac:spMkLst>
            <pc:docMk/>
            <pc:sldMk cId="362649583" sldId="292"/>
            <ac:spMk id="10" creationId="{B1C191BB-8DEB-D67A-AF05-2D7DEB1CE0AF}"/>
          </ac:spMkLst>
        </pc:spChg>
        <pc:spChg chg="add del mod">
          <ac:chgData name="rose !" userId="806ca699274148b6" providerId="LiveId" clId="{E2D28672-9D42-4296-84C9-5578912BD0DB}" dt="2026-03-20T15:21:45.492" v="226" actId="700"/>
          <ac:spMkLst>
            <pc:docMk/>
            <pc:sldMk cId="362649583" sldId="292"/>
            <ac:spMk id="12" creationId="{6049F4F7-B9E6-1316-088F-18C9FB1DD3C9}"/>
          </ac:spMkLst>
        </pc:spChg>
        <pc:picChg chg="add del mod">
          <ac:chgData name="rose !" userId="806ca699274148b6" providerId="LiveId" clId="{E2D28672-9D42-4296-84C9-5578912BD0DB}" dt="2026-03-20T15:21:37.642" v="225" actId="478"/>
          <ac:picMkLst>
            <pc:docMk/>
            <pc:sldMk cId="362649583" sldId="292"/>
            <ac:picMk id="7" creationId="{015C5375-8E73-BFE7-8FA0-500D3EDE2A8A}"/>
          </ac:picMkLst>
        </pc:picChg>
        <pc:picChg chg="del">
          <ac:chgData name="rose !" userId="806ca699274148b6" providerId="LiveId" clId="{E2D28672-9D42-4296-84C9-5578912BD0DB}" dt="2026-03-20T15:05:24.495" v="132" actId="478"/>
          <ac:picMkLst>
            <pc:docMk/>
            <pc:sldMk cId="362649583" sldId="292"/>
            <ac:picMk id="25" creationId="{E57751D1-D655-B1C0-2407-A8826F551024}"/>
          </ac:picMkLst>
        </pc:picChg>
      </pc:sldChg>
      <pc:sldChg chg="addSp delSp modSp mod">
        <pc:chgData name="rose !" userId="806ca699274148b6" providerId="LiveId" clId="{E2D28672-9D42-4296-84C9-5578912BD0DB}" dt="2026-03-20T15:12:58.664" v="177" actId="1076"/>
        <pc:sldMkLst>
          <pc:docMk/>
          <pc:sldMk cId="853261029" sldId="294"/>
        </pc:sldMkLst>
        <pc:spChg chg="mod">
          <ac:chgData name="rose !" userId="806ca699274148b6" providerId="LiveId" clId="{E2D28672-9D42-4296-84C9-5578912BD0DB}" dt="2026-03-20T15:10:47.866" v="159"/>
          <ac:spMkLst>
            <pc:docMk/>
            <pc:sldMk cId="853261029" sldId="294"/>
            <ac:spMk id="2" creationId="{97DC00FF-6B42-7D84-7831-AACC4E189E93}"/>
          </ac:spMkLst>
        </pc:spChg>
        <pc:spChg chg="add">
          <ac:chgData name="rose !" userId="806ca699274148b6" providerId="LiveId" clId="{E2D28672-9D42-4296-84C9-5578912BD0DB}" dt="2026-03-20T15:10:58.985" v="161"/>
          <ac:spMkLst>
            <pc:docMk/>
            <pc:sldMk cId="853261029" sldId="294"/>
            <ac:spMk id="3" creationId="{6C056078-FBF2-37CA-2A04-23C28CECD3A8}"/>
          </ac:spMkLst>
        </pc:spChg>
        <pc:spChg chg="mod">
          <ac:chgData name="rose !" userId="806ca699274148b6" providerId="LiveId" clId="{E2D28672-9D42-4296-84C9-5578912BD0DB}" dt="2026-03-20T15:11:32.779" v="173" actId="5793"/>
          <ac:spMkLst>
            <pc:docMk/>
            <pc:sldMk cId="853261029" sldId="294"/>
            <ac:spMk id="4" creationId="{DE5C7B5A-A5C3-15D4-DF71-B692D28942FC}"/>
          </ac:spMkLst>
        </pc:spChg>
        <pc:spChg chg="add del mod">
          <ac:chgData name="rose !" userId="806ca699274148b6" providerId="LiveId" clId="{E2D28672-9D42-4296-84C9-5578912BD0DB}" dt="2026-03-20T15:12:50.662" v="175" actId="931"/>
          <ac:spMkLst>
            <pc:docMk/>
            <pc:sldMk cId="853261029" sldId="294"/>
            <ac:spMk id="6" creationId="{09DAF90E-8F9D-F692-A28A-671CB23E62E1}"/>
          </ac:spMkLst>
        </pc:spChg>
        <pc:spChg chg="del">
          <ac:chgData name="rose !" userId="806ca699274148b6" providerId="LiveId" clId="{E2D28672-9D42-4296-84C9-5578912BD0DB}" dt="2026-03-20T15:11:41.177" v="174" actId="478"/>
          <ac:spMkLst>
            <pc:docMk/>
            <pc:sldMk cId="853261029" sldId="294"/>
            <ac:spMk id="7" creationId="{CC7FC500-BBFB-3AA4-BEDE-038CB94FFF61}"/>
          </ac:spMkLst>
        </pc:spChg>
        <pc:spChg chg="add del mod">
          <ac:chgData name="rose !" userId="806ca699274148b6" providerId="LiveId" clId="{E2D28672-9D42-4296-84C9-5578912BD0DB}" dt="2026-03-20T15:12:56.227" v="176" actId="478"/>
          <ac:spMkLst>
            <pc:docMk/>
            <pc:sldMk cId="853261029" sldId="294"/>
            <ac:spMk id="10" creationId="{545F194B-B507-08B3-08E9-0189C2BE48BD}"/>
          </ac:spMkLst>
        </pc:spChg>
        <pc:picChg chg="add mod">
          <ac:chgData name="rose !" userId="806ca699274148b6" providerId="LiveId" clId="{E2D28672-9D42-4296-84C9-5578912BD0DB}" dt="2026-03-20T15:12:58.664" v="177" actId="1076"/>
          <ac:picMkLst>
            <pc:docMk/>
            <pc:sldMk cId="853261029" sldId="294"/>
            <ac:picMk id="9" creationId="{A1917E69-A4C4-B4B8-7E04-93CECC97D3F3}"/>
          </ac:picMkLst>
        </pc:picChg>
      </pc:sldChg>
      <pc:sldChg chg="addSp delSp modSp mod">
        <pc:chgData name="rose !" userId="806ca699274148b6" providerId="LiveId" clId="{E2D28672-9D42-4296-84C9-5578912BD0DB}" dt="2026-03-20T15:10:28.806" v="158" actId="14100"/>
        <pc:sldMkLst>
          <pc:docMk/>
          <pc:sldMk cId="907915534" sldId="295"/>
        </pc:sldMkLst>
        <pc:spChg chg="mod">
          <ac:chgData name="rose !" userId="806ca699274148b6" providerId="LiveId" clId="{E2D28672-9D42-4296-84C9-5578912BD0DB}" dt="2026-03-20T15:08:10.628" v="147" actId="14100"/>
          <ac:spMkLst>
            <pc:docMk/>
            <pc:sldMk cId="907915534" sldId="295"/>
            <ac:spMk id="2" creationId="{6FE02FA0-5805-E9D5-E5A1-5B4B485CB096}"/>
          </ac:spMkLst>
        </pc:spChg>
        <pc:spChg chg="del">
          <ac:chgData name="rose !" userId="806ca699274148b6" providerId="LiveId" clId="{E2D28672-9D42-4296-84C9-5578912BD0DB}" dt="2026-03-20T15:08:14.011" v="148" actId="478"/>
          <ac:spMkLst>
            <pc:docMk/>
            <pc:sldMk cId="907915534" sldId="295"/>
            <ac:spMk id="4" creationId="{EAE9A705-E123-1C6C-EC93-CEE377B741CC}"/>
          </ac:spMkLst>
        </pc:spChg>
        <pc:spChg chg="add del mod">
          <ac:chgData name="rose !" userId="806ca699274148b6" providerId="LiveId" clId="{E2D28672-9D42-4296-84C9-5578912BD0DB}" dt="2026-03-20T15:10:04.099" v="152" actId="22"/>
          <ac:spMkLst>
            <pc:docMk/>
            <pc:sldMk cId="907915534" sldId="295"/>
            <ac:spMk id="6" creationId="{A934C6D4-9495-DBBD-3AF0-2D3FC2B545E3}"/>
          </ac:spMkLst>
        </pc:spChg>
        <pc:spChg chg="add del mod">
          <ac:chgData name="rose !" userId="806ca699274148b6" providerId="LiveId" clId="{E2D28672-9D42-4296-84C9-5578912BD0DB}" dt="2026-03-20T15:08:24.048" v="151" actId="478"/>
          <ac:spMkLst>
            <pc:docMk/>
            <pc:sldMk cId="907915534" sldId="295"/>
            <ac:spMk id="8" creationId="{7E43AF33-4C29-5C18-32CB-5FD3275B4751}"/>
          </ac:spMkLst>
        </pc:spChg>
        <pc:graphicFrameChg chg="del modGraphic">
          <ac:chgData name="rose !" userId="806ca699274148b6" providerId="LiveId" clId="{E2D28672-9D42-4296-84C9-5578912BD0DB}" dt="2026-03-20T15:08:20.300" v="150" actId="478"/>
          <ac:graphicFrameMkLst>
            <pc:docMk/>
            <pc:sldMk cId="907915534" sldId="295"/>
            <ac:graphicFrameMk id="5" creationId="{FD8D3D14-313E-8ED7-7BE9-2E3D506F17E6}"/>
          </ac:graphicFrameMkLst>
        </pc:graphicFrameChg>
        <pc:picChg chg="add mod ord">
          <ac:chgData name="rose !" userId="806ca699274148b6" providerId="LiveId" clId="{E2D28672-9D42-4296-84C9-5578912BD0DB}" dt="2026-03-20T15:10:28.806" v="158" actId="14100"/>
          <ac:picMkLst>
            <pc:docMk/>
            <pc:sldMk cId="907915534" sldId="295"/>
            <ac:picMk id="10" creationId="{D1A8C09D-D1D8-3461-DCA3-54F40FC96750}"/>
          </ac:picMkLst>
        </pc:picChg>
      </pc:sldChg>
      <pc:sldChg chg="addSp delSp modSp mod modClrScheme chgLayout">
        <pc:chgData name="rose !" userId="806ca699274148b6" providerId="LiveId" clId="{E2D28672-9D42-4296-84C9-5578912BD0DB}" dt="2026-03-20T15:13:41.517" v="183" actId="403"/>
        <pc:sldMkLst>
          <pc:docMk/>
          <pc:sldMk cId="1609673525" sldId="296"/>
        </pc:sldMkLst>
        <pc:spChg chg="add del mod">
          <ac:chgData name="rose !" userId="806ca699274148b6" providerId="LiveId" clId="{E2D28672-9D42-4296-84C9-5578912BD0DB}" dt="2026-03-20T15:13:19.620" v="180" actId="478"/>
          <ac:spMkLst>
            <pc:docMk/>
            <pc:sldMk cId="1609673525" sldId="296"/>
            <ac:spMk id="3" creationId="{4965A654-8DE3-FE5E-B429-8271B6F5D85C}"/>
          </ac:spMkLst>
        </pc:spChg>
        <pc:spChg chg="del">
          <ac:chgData name="rose !" userId="806ca699274148b6" providerId="LiveId" clId="{E2D28672-9D42-4296-84C9-5578912BD0DB}" dt="2026-03-20T15:13:17.757" v="179" actId="478"/>
          <ac:spMkLst>
            <pc:docMk/>
            <pc:sldMk cId="1609673525" sldId="296"/>
            <ac:spMk id="5" creationId="{67BB04B7-47A4-741B-59E0-F0E6F2126E8F}"/>
          </ac:spMkLst>
        </pc:spChg>
        <pc:spChg chg="mod ord">
          <ac:chgData name="rose !" userId="806ca699274148b6" providerId="LiveId" clId="{E2D28672-9D42-4296-84C9-5578912BD0DB}" dt="2026-03-20T15:13:41.517" v="183" actId="403"/>
          <ac:spMkLst>
            <pc:docMk/>
            <pc:sldMk cId="1609673525" sldId="296"/>
            <ac:spMk id="7" creationId="{81C753FD-96EC-101A-B8A4-5F69A189BEF4}"/>
          </ac:spMkLst>
        </pc:spChg>
      </pc:sldChg>
      <pc:sldChg chg="addSp delSp modSp mod">
        <pc:chgData name="rose !" userId="806ca699274148b6" providerId="LiveId" clId="{E2D28672-9D42-4296-84C9-5578912BD0DB}" dt="2026-03-20T14:57:25.829" v="66" actId="478"/>
        <pc:sldMkLst>
          <pc:docMk/>
          <pc:sldMk cId="4117153350" sldId="297"/>
        </pc:sldMkLst>
        <pc:spChg chg="mod">
          <ac:chgData name="rose !" userId="806ca699274148b6" providerId="LiveId" clId="{E2D28672-9D42-4296-84C9-5578912BD0DB}" dt="2026-03-20T14:56:23.788" v="57" actId="14100"/>
          <ac:spMkLst>
            <pc:docMk/>
            <pc:sldMk cId="4117153350" sldId="297"/>
            <ac:spMk id="2" creationId="{12EAA093-E00B-31E9-0A13-71142E30E57C}"/>
          </ac:spMkLst>
        </pc:spChg>
        <pc:spChg chg="del">
          <ac:chgData name="rose !" userId="806ca699274148b6" providerId="LiveId" clId="{E2D28672-9D42-4296-84C9-5578912BD0DB}" dt="2026-03-20T14:56:28.747" v="58" actId="478"/>
          <ac:spMkLst>
            <pc:docMk/>
            <pc:sldMk cId="4117153350" sldId="297"/>
            <ac:spMk id="3" creationId="{C62C8177-F0B6-B02C-3682-183D8307E999}"/>
          </ac:spMkLst>
        </pc:spChg>
        <pc:spChg chg="add del mod">
          <ac:chgData name="rose !" userId="806ca699274148b6" providerId="LiveId" clId="{E2D28672-9D42-4296-84C9-5578912BD0DB}" dt="2026-03-20T14:57:25.829" v="66" actId="478"/>
          <ac:spMkLst>
            <pc:docMk/>
            <pc:sldMk cId="4117153350" sldId="297"/>
            <ac:spMk id="5" creationId="{C3E2DB9C-0E3D-5F2F-6263-BC9A05CB597C}"/>
          </ac:spMkLst>
        </pc:spChg>
        <pc:picChg chg="add mod">
          <ac:chgData name="rose !" userId="806ca699274148b6" providerId="LiveId" clId="{E2D28672-9D42-4296-84C9-5578912BD0DB}" dt="2026-03-20T14:57:20.661" v="65" actId="1076"/>
          <ac:picMkLst>
            <pc:docMk/>
            <pc:sldMk cId="4117153350" sldId="297"/>
            <ac:picMk id="7" creationId="{BADA7CF3-D0FC-3ADE-42C9-862BEF6C211A}"/>
          </ac:picMkLst>
        </pc:picChg>
      </pc:sldChg>
      <pc:sldChg chg="del">
        <pc:chgData name="rose !" userId="806ca699274148b6" providerId="LiveId" clId="{E2D28672-9D42-4296-84C9-5578912BD0DB}" dt="2026-03-20T15:13:07.405" v="178" actId="47"/>
        <pc:sldMkLst>
          <pc:docMk/>
          <pc:sldMk cId="1678163377" sldId="298"/>
        </pc:sldMkLst>
      </pc:sldChg>
      <pc:sldChg chg="addSp delSp modSp add mod modClrScheme chgLayout">
        <pc:chgData name="rose !" userId="806ca699274148b6" providerId="LiveId" clId="{E2D28672-9D42-4296-84C9-5578912BD0DB}" dt="2026-03-20T15:19:17.367" v="213" actId="26606"/>
        <pc:sldMkLst>
          <pc:docMk/>
          <pc:sldMk cId="943564815" sldId="299"/>
        </pc:sldMkLst>
        <pc:spChg chg="mod">
          <ac:chgData name="rose !" userId="806ca699274148b6" providerId="LiveId" clId="{E2D28672-9D42-4296-84C9-5578912BD0DB}" dt="2026-03-20T15:19:17.367" v="213" actId="26606"/>
          <ac:spMkLst>
            <pc:docMk/>
            <pc:sldMk cId="943564815" sldId="299"/>
            <ac:spMk id="2" creationId="{10DB495D-F317-6CAF-2547-88F1F6B73802}"/>
          </ac:spMkLst>
        </pc:spChg>
        <pc:picChg chg="add mod modCrop">
          <ac:chgData name="rose !" userId="806ca699274148b6" providerId="LiveId" clId="{E2D28672-9D42-4296-84C9-5578912BD0DB}" dt="2026-03-20T15:19:17.367" v="213" actId="26606"/>
          <ac:picMkLst>
            <pc:docMk/>
            <pc:sldMk cId="943564815" sldId="299"/>
            <ac:picMk id="4" creationId="{C28802AE-3B54-7D33-B74E-14ABF6BFEC26}"/>
          </ac:picMkLst>
        </pc:picChg>
        <pc:picChg chg="del">
          <ac:chgData name="rose !" userId="806ca699274148b6" providerId="LiveId" clId="{E2D28672-9D42-4296-84C9-5578912BD0DB}" dt="2026-03-20T14:58:22.187" v="73" actId="478"/>
          <ac:picMkLst>
            <pc:docMk/>
            <pc:sldMk cId="943564815" sldId="299"/>
            <ac:picMk id="7" creationId="{7F97DFAD-334E-7000-4CA3-3AA0D365A74E}"/>
          </ac:picMkLst>
        </pc:picChg>
      </pc:sldChg>
      <pc:sldChg chg="addSp delSp modSp add mod">
        <pc:chgData name="rose !" userId="806ca699274148b6" providerId="LiveId" clId="{E2D28672-9D42-4296-84C9-5578912BD0DB}" dt="2026-03-20T14:59:42.267" v="82" actId="732"/>
        <pc:sldMkLst>
          <pc:docMk/>
          <pc:sldMk cId="2265708862" sldId="300"/>
        </pc:sldMkLst>
        <pc:spChg chg="mod">
          <ac:chgData name="rose !" userId="806ca699274148b6" providerId="LiveId" clId="{E2D28672-9D42-4296-84C9-5578912BD0DB}" dt="2026-03-20T14:59:13.012" v="78" actId="14100"/>
          <ac:spMkLst>
            <pc:docMk/>
            <pc:sldMk cId="2265708862" sldId="300"/>
            <ac:spMk id="2" creationId="{2FFBA76F-A7AF-B35A-4DBF-777FCA463A85}"/>
          </ac:spMkLst>
        </pc:spChg>
        <pc:picChg chg="del">
          <ac:chgData name="rose !" userId="806ca699274148b6" providerId="LiveId" clId="{E2D28672-9D42-4296-84C9-5578912BD0DB}" dt="2026-03-20T14:59:33.861" v="80" actId="478"/>
          <ac:picMkLst>
            <pc:docMk/>
            <pc:sldMk cId="2265708862" sldId="300"/>
            <ac:picMk id="4" creationId="{CBCB3164-1AEB-95B2-1E9B-024023A8C032}"/>
          </ac:picMkLst>
        </pc:picChg>
        <pc:picChg chg="add mod modCrop">
          <ac:chgData name="rose !" userId="806ca699274148b6" providerId="LiveId" clId="{E2D28672-9D42-4296-84C9-5578912BD0DB}" dt="2026-03-20T14:59:42.267" v="82" actId="732"/>
          <ac:picMkLst>
            <pc:docMk/>
            <pc:sldMk cId="2265708862" sldId="300"/>
            <ac:picMk id="5" creationId="{D81D702C-1395-BFF8-9E54-D4D2D1D6AD52}"/>
          </ac:picMkLst>
        </pc:picChg>
      </pc:sldChg>
      <pc:sldChg chg="addSp delSp modSp add mod">
        <pc:chgData name="rose !" userId="806ca699274148b6" providerId="LiveId" clId="{E2D28672-9D42-4296-84C9-5578912BD0DB}" dt="2026-03-20T15:19:50.933" v="216" actId="478"/>
        <pc:sldMkLst>
          <pc:docMk/>
          <pc:sldMk cId="3135568872" sldId="301"/>
        </pc:sldMkLst>
        <pc:spChg chg="mod">
          <ac:chgData name="rose !" userId="806ca699274148b6" providerId="LiveId" clId="{E2D28672-9D42-4296-84C9-5578912BD0DB}" dt="2026-03-20T15:06:52.054" v="141"/>
          <ac:spMkLst>
            <pc:docMk/>
            <pc:sldMk cId="3135568872" sldId="301"/>
            <ac:spMk id="2" creationId="{0F2DFD64-57D4-A6AB-CA42-C175EAF3493F}"/>
          </ac:spMkLst>
        </pc:spChg>
        <pc:spChg chg="mod">
          <ac:chgData name="rose !" userId="806ca699274148b6" providerId="LiveId" clId="{E2D28672-9D42-4296-84C9-5578912BD0DB}" dt="2026-03-20T15:07:51.905" v="145" actId="114"/>
          <ac:spMkLst>
            <pc:docMk/>
            <pc:sldMk cId="3135568872" sldId="301"/>
            <ac:spMk id="3" creationId="{2DB25D26-DF14-74F0-4DA1-4E45BB61E0B7}"/>
          </ac:spMkLst>
        </pc:spChg>
        <pc:spChg chg="add del mod">
          <ac:chgData name="rose !" userId="806ca699274148b6" providerId="LiveId" clId="{E2D28672-9D42-4296-84C9-5578912BD0DB}" dt="2026-03-20T15:07:32.327" v="143" actId="931"/>
          <ac:spMkLst>
            <pc:docMk/>
            <pc:sldMk cId="3135568872" sldId="301"/>
            <ac:spMk id="5" creationId="{A729E3C3-CC37-6B94-DAD9-FBAEEB28CADD}"/>
          </ac:spMkLst>
        </pc:spChg>
        <pc:spChg chg="add del mod">
          <ac:chgData name="rose !" userId="806ca699274148b6" providerId="LiveId" clId="{E2D28672-9D42-4296-84C9-5578912BD0DB}" dt="2026-03-20T15:19:50.933" v="216" actId="478"/>
          <ac:spMkLst>
            <pc:docMk/>
            <pc:sldMk cId="3135568872" sldId="301"/>
            <ac:spMk id="9" creationId="{90031CD0-DBD4-9ED2-3E61-BB39B737E271}"/>
          </ac:spMkLst>
        </pc:spChg>
        <pc:picChg chg="del">
          <ac:chgData name="rose !" userId="806ca699274148b6" providerId="LiveId" clId="{E2D28672-9D42-4296-84C9-5578912BD0DB}" dt="2026-03-20T15:06:54.022" v="142" actId="478"/>
          <ac:picMkLst>
            <pc:docMk/>
            <pc:sldMk cId="3135568872" sldId="301"/>
            <ac:picMk id="7" creationId="{7393312C-A5BC-BC8C-4B0A-7E99AAEF6E21}"/>
          </ac:picMkLst>
        </pc:picChg>
        <pc:picChg chg="add mod">
          <ac:chgData name="rose !" userId="806ca699274148b6" providerId="LiveId" clId="{E2D28672-9D42-4296-84C9-5578912BD0DB}" dt="2026-03-20T15:07:32.327" v="143" actId="931"/>
          <ac:picMkLst>
            <pc:docMk/>
            <pc:sldMk cId="3135568872" sldId="301"/>
            <ac:picMk id="8" creationId="{2CBB2FB4-A1CD-BB96-1E22-817760B9BD7B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8517CE-1337-46AC-9050-90865FE7C40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373FA3-DE7F-4F13-AABC-1A8635AF7C9B}">
      <dgm:prSet/>
      <dgm:spPr/>
      <dgm:t>
        <a:bodyPr/>
        <a:lstStyle/>
        <a:p>
          <a:r>
            <a:rPr lang="en-IN"/>
            <a:t>Analyze employee data</a:t>
          </a:r>
          <a:endParaRPr lang="en-US"/>
        </a:p>
      </dgm:t>
    </dgm:pt>
    <dgm:pt modelId="{A1293CDE-CBF8-491E-A54A-C9EE605B2180}" type="parTrans" cxnId="{D1CA2099-1B39-4887-8E31-84AD4DECE45D}">
      <dgm:prSet/>
      <dgm:spPr/>
      <dgm:t>
        <a:bodyPr/>
        <a:lstStyle/>
        <a:p>
          <a:endParaRPr lang="en-US"/>
        </a:p>
      </dgm:t>
    </dgm:pt>
    <dgm:pt modelId="{7570FBE4-7BCC-4B4E-BA31-0C10521CFB3D}" type="sibTrans" cxnId="{D1CA2099-1B39-4887-8E31-84AD4DECE45D}">
      <dgm:prSet/>
      <dgm:spPr/>
      <dgm:t>
        <a:bodyPr/>
        <a:lstStyle/>
        <a:p>
          <a:endParaRPr lang="en-US"/>
        </a:p>
      </dgm:t>
    </dgm:pt>
    <dgm:pt modelId="{AAE42C5D-38B6-45A5-A32A-C255576A72BC}">
      <dgm:prSet/>
      <dgm:spPr/>
      <dgm:t>
        <a:bodyPr/>
        <a:lstStyle/>
        <a:p>
          <a:r>
            <a:rPr lang="en-IN"/>
            <a:t>Identify attrition patterns</a:t>
          </a:r>
          <a:endParaRPr lang="en-US"/>
        </a:p>
      </dgm:t>
    </dgm:pt>
    <dgm:pt modelId="{7E0E6290-ADB8-4DB4-822D-F5E84012178E}" type="parTrans" cxnId="{E14765E7-C4F7-46CC-820A-B34D196C0692}">
      <dgm:prSet/>
      <dgm:spPr/>
      <dgm:t>
        <a:bodyPr/>
        <a:lstStyle/>
        <a:p>
          <a:endParaRPr lang="en-US"/>
        </a:p>
      </dgm:t>
    </dgm:pt>
    <dgm:pt modelId="{2A9269BF-1332-4571-9180-ACB791E9A3A1}" type="sibTrans" cxnId="{E14765E7-C4F7-46CC-820A-B34D196C0692}">
      <dgm:prSet/>
      <dgm:spPr/>
      <dgm:t>
        <a:bodyPr/>
        <a:lstStyle/>
        <a:p>
          <a:endParaRPr lang="en-US"/>
        </a:p>
      </dgm:t>
    </dgm:pt>
    <dgm:pt modelId="{8D818324-DFB5-4487-8D32-9DF4818A991A}">
      <dgm:prSet/>
      <dgm:spPr/>
      <dgm:t>
        <a:bodyPr/>
        <a:lstStyle/>
        <a:p>
          <a:r>
            <a:rPr lang="en-US"/>
            <a:t>Build a flight risk model</a:t>
          </a:r>
        </a:p>
      </dgm:t>
    </dgm:pt>
    <dgm:pt modelId="{0E045A99-DF17-447D-BBD2-019D6FE86C55}" type="parTrans" cxnId="{D35A108F-0D60-4C23-9864-EB55EB6DE487}">
      <dgm:prSet/>
      <dgm:spPr/>
      <dgm:t>
        <a:bodyPr/>
        <a:lstStyle/>
        <a:p>
          <a:endParaRPr lang="en-US"/>
        </a:p>
      </dgm:t>
    </dgm:pt>
    <dgm:pt modelId="{E76AB638-2F2F-4E32-BC1A-89E1CC0D2D16}" type="sibTrans" cxnId="{D35A108F-0D60-4C23-9864-EB55EB6DE487}">
      <dgm:prSet/>
      <dgm:spPr/>
      <dgm:t>
        <a:bodyPr/>
        <a:lstStyle/>
        <a:p>
          <a:endParaRPr lang="en-US"/>
        </a:p>
      </dgm:t>
    </dgm:pt>
    <dgm:pt modelId="{740D3F40-D3AB-4A62-A845-BEC6516F1D85}">
      <dgm:prSet/>
      <dgm:spPr/>
      <dgm:t>
        <a:bodyPr/>
        <a:lstStyle/>
        <a:p>
          <a:r>
            <a:rPr lang="en-IN"/>
            <a:t>Provide HR recommendations</a:t>
          </a:r>
          <a:endParaRPr lang="en-US"/>
        </a:p>
      </dgm:t>
    </dgm:pt>
    <dgm:pt modelId="{0B30E296-53B2-402C-978C-615AEC237B06}" type="parTrans" cxnId="{FCFBA048-B75F-4C22-AFD4-86583FFC5EFA}">
      <dgm:prSet/>
      <dgm:spPr/>
      <dgm:t>
        <a:bodyPr/>
        <a:lstStyle/>
        <a:p>
          <a:endParaRPr lang="en-US"/>
        </a:p>
      </dgm:t>
    </dgm:pt>
    <dgm:pt modelId="{6FC3BB2C-6164-43A9-B8A0-61300189A963}" type="sibTrans" cxnId="{FCFBA048-B75F-4C22-AFD4-86583FFC5EFA}">
      <dgm:prSet/>
      <dgm:spPr/>
      <dgm:t>
        <a:bodyPr/>
        <a:lstStyle/>
        <a:p>
          <a:endParaRPr lang="en-US"/>
        </a:p>
      </dgm:t>
    </dgm:pt>
    <dgm:pt modelId="{82055E4A-3124-4829-9DF2-D6CDBD28730C}" type="pres">
      <dgm:prSet presAssocID="{D88517CE-1337-46AC-9050-90865FE7C40C}" presName="root" presStyleCnt="0">
        <dgm:presLayoutVars>
          <dgm:dir/>
          <dgm:resizeHandles val="exact"/>
        </dgm:presLayoutVars>
      </dgm:prSet>
      <dgm:spPr/>
    </dgm:pt>
    <dgm:pt modelId="{1448D5E9-FEEF-454F-8862-2D859CC5D02B}" type="pres">
      <dgm:prSet presAssocID="{D88517CE-1337-46AC-9050-90865FE7C40C}" presName="container" presStyleCnt="0">
        <dgm:presLayoutVars>
          <dgm:dir/>
          <dgm:resizeHandles val="exact"/>
        </dgm:presLayoutVars>
      </dgm:prSet>
      <dgm:spPr/>
    </dgm:pt>
    <dgm:pt modelId="{3405980A-6DF7-49EB-B64A-D002A925D1A3}" type="pres">
      <dgm:prSet presAssocID="{FF373FA3-DE7F-4F13-AABC-1A8635AF7C9B}" presName="compNode" presStyleCnt="0"/>
      <dgm:spPr/>
    </dgm:pt>
    <dgm:pt modelId="{FE713F09-6826-4B60-8E4C-13448BD5F989}" type="pres">
      <dgm:prSet presAssocID="{FF373FA3-DE7F-4F13-AABC-1A8635AF7C9B}" presName="iconBgRect" presStyleLbl="bgShp" presStyleIdx="0" presStyleCnt="4"/>
      <dgm:spPr/>
    </dgm:pt>
    <dgm:pt modelId="{12A4673F-60EA-4091-8C6E-5E0E219AB017}" type="pres">
      <dgm:prSet presAssocID="{FF373FA3-DE7F-4F13-AABC-1A8635AF7C9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F05802A-E353-4717-B6C1-02D1B03C890C}" type="pres">
      <dgm:prSet presAssocID="{FF373FA3-DE7F-4F13-AABC-1A8635AF7C9B}" presName="spaceRect" presStyleCnt="0"/>
      <dgm:spPr/>
    </dgm:pt>
    <dgm:pt modelId="{DA3B3708-168F-4A03-A976-AF4E5217262F}" type="pres">
      <dgm:prSet presAssocID="{FF373FA3-DE7F-4F13-AABC-1A8635AF7C9B}" presName="textRect" presStyleLbl="revTx" presStyleIdx="0" presStyleCnt="4">
        <dgm:presLayoutVars>
          <dgm:chMax val="1"/>
          <dgm:chPref val="1"/>
        </dgm:presLayoutVars>
      </dgm:prSet>
      <dgm:spPr/>
    </dgm:pt>
    <dgm:pt modelId="{9FD6C74E-B90E-4D11-B32D-66B8839D3865}" type="pres">
      <dgm:prSet presAssocID="{7570FBE4-7BCC-4B4E-BA31-0C10521CFB3D}" presName="sibTrans" presStyleLbl="sibTrans2D1" presStyleIdx="0" presStyleCnt="0"/>
      <dgm:spPr/>
    </dgm:pt>
    <dgm:pt modelId="{1068BA76-9FA9-4A91-8513-05C23C791B59}" type="pres">
      <dgm:prSet presAssocID="{AAE42C5D-38B6-45A5-A32A-C255576A72BC}" presName="compNode" presStyleCnt="0"/>
      <dgm:spPr/>
    </dgm:pt>
    <dgm:pt modelId="{B00AA322-43C3-4491-BFC5-3B6FBA80E643}" type="pres">
      <dgm:prSet presAssocID="{AAE42C5D-38B6-45A5-A32A-C255576A72BC}" presName="iconBgRect" presStyleLbl="bgShp" presStyleIdx="1" presStyleCnt="4"/>
      <dgm:spPr/>
    </dgm:pt>
    <dgm:pt modelId="{BAC00548-E5E1-4FEC-B997-745C4965E54D}" type="pres">
      <dgm:prSet presAssocID="{AAE42C5D-38B6-45A5-A32A-C255576A72B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CA15593-41A9-4C89-9A16-9170EAAE515F}" type="pres">
      <dgm:prSet presAssocID="{AAE42C5D-38B6-45A5-A32A-C255576A72BC}" presName="spaceRect" presStyleCnt="0"/>
      <dgm:spPr/>
    </dgm:pt>
    <dgm:pt modelId="{C9CD3E48-B74E-4286-BCE8-AC41E760ACE3}" type="pres">
      <dgm:prSet presAssocID="{AAE42C5D-38B6-45A5-A32A-C255576A72BC}" presName="textRect" presStyleLbl="revTx" presStyleIdx="1" presStyleCnt="4">
        <dgm:presLayoutVars>
          <dgm:chMax val="1"/>
          <dgm:chPref val="1"/>
        </dgm:presLayoutVars>
      </dgm:prSet>
      <dgm:spPr/>
    </dgm:pt>
    <dgm:pt modelId="{F7DA1522-5BB1-4D5D-892C-4C368E469A43}" type="pres">
      <dgm:prSet presAssocID="{2A9269BF-1332-4571-9180-ACB791E9A3A1}" presName="sibTrans" presStyleLbl="sibTrans2D1" presStyleIdx="0" presStyleCnt="0"/>
      <dgm:spPr/>
    </dgm:pt>
    <dgm:pt modelId="{B147F311-0C46-475E-AA66-B0FB8B8606C7}" type="pres">
      <dgm:prSet presAssocID="{8D818324-DFB5-4487-8D32-9DF4818A991A}" presName="compNode" presStyleCnt="0"/>
      <dgm:spPr/>
    </dgm:pt>
    <dgm:pt modelId="{92615EB1-2E98-4A29-BED9-24044474AD2E}" type="pres">
      <dgm:prSet presAssocID="{8D818324-DFB5-4487-8D32-9DF4818A991A}" presName="iconBgRect" presStyleLbl="bgShp" presStyleIdx="2" presStyleCnt="4"/>
      <dgm:spPr/>
    </dgm:pt>
    <dgm:pt modelId="{70A13EBF-E57F-4E0F-BF9F-97E06FC20F29}" type="pres">
      <dgm:prSet presAssocID="{8D818324-DFB5-4487-8D32-9DF4818A991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94FF7749-A742-419C-BA50-DCB04DF97B23}" type="pres">
      <dgm:prSet presAssocID="{8D818324-DFB5-4487-8D32-9DF4818A991A}" presName="spaceRect" presStyleCnt="0"/>
      <dgm:spPr/>
    </dgm:pt>
    <dgm:pt modelId="{5D9C9DA8-D5D8-4B2C-A336-F3306BA33F96}" type="pres">
      <dgm:prSet presAssocID="{8D818324-DFB5-4487-8D32-9DF4818A991A}" presName="textRect" presStyleLbl="revTx" presStyleIdx="2" presStyleCnt="4">
        <dgm:presLayoutVars>
          <dgm:chMax val="1"/>
          <dgm:chPref val="1"/>
        </dgm:presLayoutVars>
      </dgm:prSet>
      <dgm:spPr/>
    </dgm:pt>
    <dgm:pt modelId="{BC8384E0-3EA0-49A9-BBCA-F5580A544ED3}" type="pres">
      <dgm:prSet presAssocID="{E76AB638-2F2F-4E32-BC1A-89E1CC0D2D16}" presName="sibTrans" presStyleLbl="sibTrans2D1" presStyleIdx="0" presStyleCnt="0"/>
      <dgm:spPr/>
    </dgm:pt>
    <dgm:pt modelId="{E592EE66-B2D4-42C7-98BA-FBF80B9E9EA7}" type="pres">
      <dgm:prSet presAssocID="{740D3F40-D3AB-4A62-A845-BEC6516F1D85}" presName="compNode" presStyleCnt="0"/>
      <dgm:spPr/>
    </dgm:pt>
    <dgm:pt modelId="{A6B8E4F3-F5F6-4322-A4CF-A02EE16CDE16}" type="pres">
      <dgm:prSet presAssocID="{740D3F40-D3AB-4A62-A845-BEC6516F1D85}" presName="iconBgRect" presStyleLbl="bgShp" presStyleIdx="3" presStyleCnt="4"/>
      <dgm:spPr/>
    </dgm:pt>
    <dgm:pt modelId="{DC30D3D5-5377-4BD9-A6E1-C1DE4004C66D}" type="pres">
      <dgm:prSet presAssocID="{740D3F40-D3AB-4A62-A845-BEC6516F1D8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EBD689E-8FDD-4F14-A921-1353BF6FB21F}" type="pres">
      <dgm:prSet presAssocID="{740D3F40-D3AB-4A62-A845-BEC6516F1D85}" presName="spaceRect" presStyleCnt="0"/>
      <dgm:spPr/>
    </dgm:pt>
    <dgm:pt modelId="{7908E6FE-B24E-402F-B049-3ABDFB47BEEE}" type="pres">
      <dgm:prSet presAssocID="{740D3F40-D3AB-4A62-A845-BEC6516F1D8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A5CC708-2AED-4471-A9B6-53891B0FC4D6}" type="presOf" srcId="{E76AB638-2F2F-4E32-BC1A-89E1CC0D2D16}" destId="{BC8384E0-3EA0-49A9-BBCA-F5580A544ED3}" srcOrd="0" destOrd="0" presId="urn:microsoft.com/office/officeart/2018/2/layout/IconCircleList"/>
    <dgm:cxn modelId="{B86BA031-86B6-4ABD-8AD4-CC0789DD46B3}" type="presOf" srcId="{D88517CE-1337-46AC-9050-90865FE7C40C}" destId="{82055E4A-3124-4829-9DF2-D6CDBD28730C}" srcOrd="0" destOrd="0" presId="urn:microsoft.com/office/officeart/2018/2/layout/IconCircleList"/>
    <dgm:cxn modelId="{D599565B-B9E5-4902-83DE-E43683FF3BF2}" type="presOf" srcId="{FF373FA3-DE7F-4F13-AABC-1A8635AF7C9B}" destId="{DA3B3708-168F-4A03-A976-AF4E5217262F}" srcOrd="0" destOrd="0" presId="urn:microsoft.com/office/officeart/2018/2/layout/IconCircleList"/>
    <dgm:cxn modelId="{C75A0644-9B55-429D-83E9-DC6709C0226A}" type="presOf" srcId="{7570FBE4-7BCC-4B4E-BA31-0C10521CFB3D}" destId="{9FD6C74E-B90E-4D11-B32D-66B8839D3865}" srcOrd="0" destOrd="0" presId="urn:microsoft.com/office/officeart/2018/2/layout/IconCircleList"/>
    <dgm:cxn modelId="{4F681B45-153E-446A-8CCD-03986BF84D65}" type="presOf" srcId="{AAE42C5D-38B6-45A5-A32A-C255576A72BC}" destId="{C9CD3E48-B74E-4286-BCE8-AC41E760ACE3}" srcOrd="0" destOrd="0" presId="urn:microsoft.com/office/officeart/2018/2/layout/IconCircleList"/>
    <dgm:cxn modelId="{FCFBA048-B75F-4C22-AFD4-86583FFC5EFA}" srcId="{D88517CE-1337-46AC-9050-90865FE7C40C}" destId="{740D3F40-D3AB-4A62-A845-BEC6516F1D85}" srcOrd="3" destOrd="0" parTransId="{0B30E296-53B2-402C-978C-615AEC237B06}" sibTransId="{6FC3BB2C-6164-43A9-B8A0-61300189A963}"/>
    <dgm:cxn modelId="{42C01F75-0A53-45FD-BF46-FA58CF6E06CA}" type="presOf" srcId="{740D3F40-D3AB-4A62-A845-BEC6516F1D85}" destId="{7908E6FE-B24E-402F-B049-3ABDFB47BEEE}" srcOrd="0" destOrd="0" presId="urn:microsoft.com/office/officeart/2018/2/layout/IconCircleList"/>
    <dgm:cxn modelId="{D35A108F-0D60-4C23-9864-EB55EB6DE487}" srcId="{D88517CE-1337-46AC-9050-90865FE7C40C}" destId="{8D818324-DFB5-4487-8D32-9DF4818A991A}" srcOrd="2" destOrd="0" parTransId="{0E045A99-DF17-447D-BBD2-019D6FE86C55}" sibTransId="{E76AB638-2F2F-4E32-BC1A-89E1CC0D2D16}"/>
    <dgm:cxn modelId="{1D50FA93-DDC5-4068-81B7-F35432C020BC}" type="presOf" srcId="{8D818324-DFB5-4487-8D32-9DF4818A991A}" destId="{5D9C9DA8-D5D8-4B2C-A336-F3306BA33F96}" srcOrd="0" destOrd="0" presId="urn:microsoft.com/office/officeart/2018/2/layout/IconCircleList"/>
    <dgm:cxn modelId="{D1CA2099-1B39-4887-8E31-84AD4DECE45D}" srcId="{D88517CE-1337-46AC-9050-90865FE7C40C}" destId="{FF373FA3-DE7F-4F13-AABC-1A8635AF7C9B}" srcOrd="0" destOrd="0" parTransId="{A1293CDE-CBF8-491E-A54A-C9EE605B2180}" sibTransId="{7570FBE4-7BCC-4B4E-BA31-0C10521CFB3D}"/>
    <dgm:cxn modelId="{41C099B2-246E-4B39-B667-361AA21C0D2B}" type="presOf" srcId="{2A9269BF-1332-4571-9180-ACB791E9A3A1}" destId="{F7DA1522-5BB1-4D5D-892C-4C368E469A43}" srcOrd="0" destOrd="0" presId="urn:microsoft.com/office/officeart/2018/2/layout/IconCircleList"/>
    <dgm:cxn modelId="{E14765E7-C4F7-46CC-820A-B34D196C0692}" srcId="{D88517CE-1337-46AC-9050-90865FE7C40C}" destId="{AAE42C5D-38B6-45A5-A32A-C255576A72BC}" srcOrd="1" destOrd="0" parTransId="{7E0E6290-ADB8-4DB4-822D-F5E84012178E}" sibTransId="{2A9269BF-1332-4571-9180-ACB791E9A3A1}"/>
    <dgm:cxn modelId="{1B332BF2-A1EB-47C9-927A-D62E5EC0BEA5}" type="presParOf" srcId="{82055E4A-3124-4829-9DF2-D6CDBD28730C}" destId="{1448D5E9-FEEF-454F-8862-2D859CC5D02B}" srcOrd="0" destOrd="0" presId="urn:microsoft.com/office/officeart/2018/2/layout/IconCircleList"/>
    <dgm:cxn modelId="{ED96B28F-6F3E-4CB7-B8D0-527FFDBE84D0}" type="presParOf" srcId="{1448D5E9-FEEF-454F-8862-2D859CC5D02B}" destId="{3405980A-6DF7-49EB-B64A-D002A925D1A3}" srcOrd="0" destOrd="0" presId="urn:microsoft.com/office/officeart/2018/2/layout/IconCircleList"/>
    <dgm:cxn modelId="{9ECCFD5D-64DB-43AA-B336-2E34A3AA3C02}" type="presParOf" srcId="{3405980A-6DF7-49EB-B64A-D002A925D1A3}" destId="{FE713F09-6826-4B60-8E4C-13448BD5F989}" srcOrd="0" destOrd="0" presId="urn:microsoft.com/office/officeart/2018/2/layout/IconCircleList"/>
    <dgm:cxn modelId="{537CB505-446B-4560-B93B-D4912B710FCC}" type="presParOf" srcId="{3405980A-6DF7-49EB-B64A-D002A925D1A3}" destId="{12A4673F-60EA-4091-8C6E-5E0E219AB017}" srcOrd="1" destOrd="0" presId="urn:microsoft.com/office/officeart/2018/2/layout/IconCircleList"/>
    <dgm:cxn modelId="{59A70E59-1571-450F-BA9E-6BD86C30D935}" type="presParOf" srcId="{3405980A-6DF7-49EB-B64A-D002A925D1A3}" destId="{DF05802A-E353-4717-B6C1-02D1B03C890C}" srcOrd="2" destOrd="0" presId="urn:microsoft.com/office/officeart/2018/2/layout/IconCircleList"/>
    <dgm:cxn modelId="{89E8A3DE-C30C-4DC9-90A1-975730EF3861}" type="presParOf" srcId="{3405980A-6DF7-49EB-B64A-D002A925D1A3}" destId="{DA3B3708-168F-4A03-A976-AF4E5217262F}" srcOrd="3" destOrd="0" presId="urn:microsoft.com/office/officeart/2018/2/layout/IconCircleList"/>
    <dgm:cxn modelId="{44D0D0D6-FE23-47DF-8086-E3CD67658266}" type="presParOf" srcId="{1448D5E9-FEEF-454F-8862-2D859CC5D02B}" destId="{9FD6C74E-B90E-4D11-B32D-66B8839D3865}" srcOrd="1" destOrd="0" presId="urn:microsoft.com/office/officeart/2018/2/layout/IconCircleList"/>
    <dgm:cxn modelId="{23D98AFE-0AF2-4171-8DE6-4ACFE373BD37}" type="presParOf" srcId="{1448D5E9-FEEF-454F-8862-2D859CC5D02B}" destId="{1068BA76-9FA9-4A91-8513-05C23C791B59}" srcOrd="2" destOrd="0" presId="urn:microsoft.com/office/officeart/2018/2/layout/IconCircleList"/>
    <dgm:cxn modelId="{3596F4DB-E687-45F8-AED1-57EB0F611A07}" type="presParOf" srcId="{1068BA76-9FA9-4A91-8513-05C23C791B59}" destId="{B00AA322-43C3-4491-BFC5-3B6FBA80E643}" srcOrd="0" destOrd="0" presId="urn:microsoft.com/office/officeart/2018/2/layout/IconCircleList"/>
    <dgm:cxn modelId="{8A9F42DB-0464-4EBF-8886-B54A9C15C73C}" type="presParOf" srcId="{1068BA76-9FA9-4A91-8513-05C23C791B59}" destId="{BAC00548-E5E1-4FEC-B997-745C4965E54D}" srcOrd="1" destOrd="0" presId="urn:microsoft.com/office/officeart/2018/2/layout/IconCircleList"/>
    <dgm:cxn modelId="{AD00DF7C-0614-4648-A0DC-6085F799B673}" type="presParOf" srcId="{1068BA76-9FA9-4A91-8513-05C23C791B59}" destId="{DCA15593-41A9-4C89-9A16-9170EAAE515F}" srcOrd="2" destOrd="0" presId="urn:microsoft.com/office/officeart/2018/2/layout/IconCircleList"/>
    <dgm:cxn modelId="{918B5379-2E27-43CF-9758-8B6706EEAD58}" type="presParOf" srcId="{1068BA76-9FA9-4A91-8513-05C23C791B59}" destId="{C9CD3E48-B74E-4286-BCE8-AC41E760ACE3}" srcOrd="3" destOrd="0" presId="urn:microsoft.com/office/officeart/2018/2/layout/IconCircleList"/>
    <dgm:cxn modelId="{6BDC0682-5C42-4038-8C4A-71EB92BB5353}" type="presParOf" srcId="{1448D5E9-FEEF-454F-8862-2D859CC5D02B}" destId="{F7DA1522-5BB1-4D5D-892C-4C368E469A43}" srcOrd="3" destOrd="0" presId="urn:microsoft.com/office/officeart/2018/2/layout/IconCircleList"/>
    <dgm:cxn modelId="{BFD245AC-9AA8-443F-9644-5532ECB94AE2}" type="presParOf" srcId="{1448D5E9-FEEF-454F-8862-2D859CC5D02B}" destId="{B147F311-0C46-475E-AA66-B0FB8B8606C7}" srcOrd="4" destOrd="0" presId="urn:microsoft.com/office/officeart/2018/2/layout/IconCircleList"/>
    <dgm:cxn modelId="{4AD7C291-A992-4C34-B10D-12F15AF0CD8D}" type="presParOf" srcId="{B147F311-0C46-475E-AA66-B0FB8B8606C7}" destId="{92615EB1-2E98-4A29-BED9-24044474AD2E}" srcOrd="0" destOrd="0" presId="urn:microsoft.com/office/officeart/2018/2/layout/IconCircleList"/>
    <dgm:cxn modelId="{BB0950B1-2A9D-4B5B-938B-DF4E97095C67}" type="presParOf" srcId="{B147F311-0C46-475E-AA66-B0FB8B8606C7}" destId="{70A13EBF-E57F-4E0F-BF9F-97E06FC20F29}" srcOrd="1" destOrd="0" presId="urn:microsoft.com/office/officeart/2018/2/layout/IconCircleList"/>
    <dgm:cxn modelId="{3D19BADB-7180-4EF9-8AB2-D7351FE3179F}" type="presParOf" srcId="{B147F311-0C46-475E-AA66-B0FB8B8606C7}" destId="{94FF7749-A742-419C-BA50-DCB04DF97B23}" srcOrd="2" destOrd="0" presId="urn:microsoft.com/office/officeart/2018/2/layout/IconCircleList"/>
    <dgm:cxn modelId="{B33063BF-CC05-495B-B609-167F3D830117}" type="presParOf" srcId="{B147F311-0C46-475E-AA66-B0FB8B8606C7}" destId="{5D9C9DA8-D5D8-4B2C-A336-F3306BA33F96}" srcOrd="3" destOrd="0" presId="urn:microsoft.com/office/officeart/2018/2/layout/IconCircleList"/>
    <dgm:cxn modelId="{5A928ECE-08DA-41F6-86CA-EEEC11550194}" type="presParOf" srcId="{1448D5E9-FEEF-454F-8862-2D859CC5D02B}" destId="{BC8384E0-3EA0-49A9-BBCA-F5580A544ED3}" srcOrd="5" destOrd="0" presId="urn:microsoft.com/office/officeart/2018/2/layout/IconCircleList"/>
    <dgm:cxn modelId="{BE7769CD-E1A8-4A85-BC96-59C32C12FA47}" type="presParOf" srcId="{1448D5E9-FEEF-454F-8862-2D859CC5D02B}" destId="{E592EE66-B2D4-42C7-98BA-FBF80B9E9EA7}" srcOrd="6" destOrd="0" presId="urn:microsoft.com/office/officeart/2018/2/layout/IconCircleList"/>
    <dgm:cxn modelId="{D0C73C59-8F9B-4D43-B92F-6E446255EC50}" type="presParOf" srcId="{E592EE66-B2D4-42C7-98BA-FBF80B9E9EA7}" destId="{A6B8E4F3-F5F6-4322-A4CF-A02EE16CDE16}" srcOrd="0" destOrd="0" presId="urn:microsoft.com/office/officeart/2018/2/layout/IconCircleList"/>
    <dgm:cxn modelId="{DC049CEC-6A7C-4262-89E0-5BF9E5C93B01}" type="presParOf" srcId="{E592EE66-B2D4-42C7-98BA-FBF80B9E9EA7}" destId="{DC30D3D5-5377-4BD9-A6E1-C1DE4004C66D}" srcOrd="1" destOrd="0" presId="urn:microsoft.com/office/officeart/2018/2/layout/IconCircleList"/>
    <dgm:cxn modelId="{AC761F71-65A0-4C75-B907-2814686896B0}" type="presParOf" srcId="{E592EE66-B2D4-42C7-98BA-FBF80B9E9EA7}" destId="{3EBD689E-8FDD-4F14-A921-1353BF6FB21F}" srcOrd="2" destOrd="0" presId="urn:microsoft.com/office/officeart/2018/2/layout/IconCircleList"/>
    <dgm:cxn modelId="{1BA4ED10-44A1-4DBD-9091-1AEC017949BD}" type="presParOf" srcId="{E592EE66-B2D4-42C7-98BA-FBF80B9E9EA7}" destId="{7908E6FE-B24E-402F-B049-3ABDFB47BEE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A5DEB3-2532-4702-AB7E-A5EA11A503EF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32B7821-17C1-4336-B970-DE7AAF7C0835}">
      <dgm:prSet custT="1"/>
      <dgm:spPr/>
      <dgm:t>
        <a:bodyPr/>
        <a:lstStyle/>
        <a:p>
          <a:r>
            <a:rPr lang="en-IN" sz="2000" dirty="0"/>
            <a:t>Attrition Rate</a:t>
          </a:r>
        </a:p>
        <a:p>
          <a:r>
            <a:rPr lang="en-IN" sz="2000" dirty="0"/>
            <a:t>Total Employees: </a:t>
          </a:r>
          <a:r>
            <a:rPr lang="en-IN" sz="2000" b="1" dirty="0"/>
            <a:t>129</a:t>
          </a:r>
          <a:endParaRPr lang="en-US" sz="1100" dirty="0"/>
        </a:p>
      </dgm:t>
    </dgm:pt>
    <dgm:pt modelId="{2E240FE1-F193-4C2C-AEB3-FBE2A95C85CD}" type="parTrans" cxnId="{32D0B2B4-C7F5-4B05-B4C4-94F0F27E7394}">
      <dgm:prSet/>
      <dgm:spPr/>
      <dgm:t>
        <a:bodyPr/>
        <a:lstStyle/>
        <a:p>
          <a:endParaRPr lang="en-US"/>
        </a:p>
      </dgm:t>
    </dgm:pt>
    <dgm:pt modelId="{77CDC81E-2AA6-4F13-B2AD-9C4C54D09521}" type="sibTrans" cxnId="{32D0B2B4-C7F5-4B05-B4C4-94F0F27E7394}">
      <dgm:prSet/>
      <dgm:spPr/>
      <dgm:t>
        <a:bodyPr/>
        <a:lstStyle/>
        <a:p>
          <a:endParaRPr lang="en-US"/>
        </a:p>
      </dgm:t>
    </dgm:pt>
    <dgm:pt modelId="{318E489E-5FE3-47EE-A22F-E87442972000}">
      <dgm:prSet custT="1"/>
      <dgm:spPr/>
      <dgm:t>
        <a:bodyPr/>
        <a:lstStyle/>
        <a:p>
          <a:r>
            <a:rPr lang="en-IN" sz="1400" dirty="0"/>
            <a:t>Average Salary</a:t>
          </a:r>
        </a:p>
        <a:p>
          <a:r>
            <a:rPr lang="en-IN" sz="1400" dirty="0"/>
            <a:t>Employees Left: </a:t>
          </a:r>
          <a:r>
            <a:rPr lang="en-IN" sz="1400" b="1" dirty="0"/>
            <a:t>23</a:t>
          </a:r>
          <a:endParaRPr lang="en-IN" sz="1400" dirty="0"/>
        </a:p>
        <a:p>
          <a:pPr>
            <a:buFont typeface="Arial" panose="020B0604020202020204" pitchFamily="34" charset="0"/>
            <a:buChar char="•"/>
          </a:pPr>
          <a:r>
            <a:rPr lang="en-IN" sz="1400" dirty="0"/>
            <a:t>Attrition Rate: </a:t>
          </a:r>
          <a:r>
            <a:rPr lang="en-IN" sz="1400" b="1" dirty="0"/>
            <a:t>17.8%</a:t>
          </a:r>
          <a:endParaRPr lang="en-IN" sz="1400" dirty="0"/>
        </a:p>
        <a:p>
          <a:pPr>
            <a:buNone/>
          </a:pPr>
          <a:r>
            <a:rPr lang="en-IN" sz="1400" i="1" dirty="0"/>
            <a:t>(23 ÷ 129 × 100)</a:t>
          </a:r>
          <a:endParaRPr lang="en-US" sz="1400" dirty="0"/>
        </a:p>
      </dgm:t>
    </dgm:pt>
    <dgm:pt modelId="{C3408601-DCD8-4EC5-B9F7-F74935CBEE07}" type="parTrans" cxnId="{139F97D0-873D-4009-9952-D6E61A872C42}">
      <dgm:prSet/>
      <dgm:spPr/>
      <dgm:t>
        <a:bodyPr/>
        <a:lstStyle/>
        <a:p>
          <a:endParaRPr lang="en-US"/>
        </a:p>
      </dgm:t>
    </dgm:pt>
    <dgm:pt modelId="{A82BA63B-411F-43EB-B2D9-81ADE8EA3524}" type="sibTrans" cxnId="{139F97D0-873D-4009-9952-D6E61A872C42}">
      <dgm:prSet/>
      <dgm:spPr/>
      <dgm:t>
        <a:bodyPr/>
        <a:lstStyle/>
        <a:p>
          <a:endParaRPr lang="en-US"/>
        </a:p>
      </dgm:t>
    </dgm:pt>
    <dgm:pt modelId="{1BE67CC2-A50C-4215-BB04-F0DD0407B0AD}">
      <dgm:prSet custT="1"/>
      <dgm:spPr/>
      <dgm:t>
        <a:bodyPr/>
        <a:lstStyle/>
        <a:p>
          <a:r>
            <a:rPr lang="en-IN" sz="2400" dirty="0"/>
            <a:t>Overall Average Salary: </a:t>
          </a:r>
          <a:r>
            <a:rPr lang="en-IN" sz="2400" b="1" dirty="0"/>
            <a:t>₹6,292</a:t>
          </a:r>
          <a:r>
            <a:rPr lang="en-IN" sz="2400" dirty="0"/>
            <a:t> </a:t>
          </a:r>
          <a:endParaRPr lang="en-US" sz="2400" dirty="0"/>
        </a:p>
      </dgm:t>
    </dgm:pt>
    <dgm:pt modelId="{DD9D2B80-ED4E-4507-A8FE-841C25949C7F}" type="parTrans" cxnId="{8166763D-F092-4BE0-A19B-850143190D37}">
      <dgm:prSet/>
      <dgm:spPr/>
      <dgm:t>
        <a:bodyPr/>
        <a:lstStyle/>
        <a:p>
          <a:endParaRPr lang="en-US"/>
        </a:p>
      </dgm:t>
    </dgm:pt>
    <dgm:pt modelId="{2057E8E5-035B-478E-A666-6DA59B58035C}" type="sibTrans" cxnId="{8166763D-F092-4BE0-A19B-850143190D37}">
      <dgm:prSet/>
      <dgm:spPr/>
      <dgm:t>
        <a:bodyPr/>
        <a:lstStyle/>
        <a:p>
          <a:endParaRPr lang="en-US"/>
        </a:p>
      </dgm:t>
    </dgm:pt>
    <dgm:pt modelId="{616B8559-1AD9-425F-9253-4DDB781DC4B8}" type="pres">
      <dgm:prSet presAssocID="{02A5DEB3-2532-4702-AB7E-A5EA11A503EF}" presName="root" presStyleCnt="0">
        <dgm:presLayoutVars>
          <dgm:dir/>
          <dgm:resizeHandles val="exact"/>
        </dgm:presLayoutVars>
      </dgm:prSet>
      <dgm:spPr/>
    </dgm:pt>
    <dgm:pt modelId="{30A35E6E-ABA8-4B5A-AA15-F4ABDF6F0BCD}" type="pres">
      <dgm:prSet presAssocID="{632B7821-17C1-4336-B970-DE7AAF7C0835}" presName="compNode" presStyleCnt="0"/>
      <dgm:spPr/>
    </dgm:pt>
    <dgm:pt modelId="{8658FD36-7B3A-4AF7-A50B-FA1782BA95A9}" type="pres">
      <dgm:prSet presAssocID="{632B7821-17C1-4336-B970-DE7AAF7C083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D50B184-664A-44BF-807C-F561712E0CB5}" type="pres">
      <dgm:prSet presAssocID="{632B7821-17C1-4336-B970-DE7AAF7C0835}" presName="spaceRect" presStyleCnt="0"/>
      <dgm:spPr/>
    </dgm:pt>
    <dgm:pt modelId="{46B0DF45-FD6F-49A6-B6DB-48F11EDCEBEE}" type="pres">
      <dgm:prSet presAssocID="{632B7821-17C1-4336-B970-DE7AAF7C0835}" presName="textRect" presStyleLbl="revTx" presStyleIdx="0" presStyleCnt="3">
        <dgm:presLayoutVars>
          <dgm:chMax val="1"/>
          <dgm:chPref val="1"/>
        </dgm:presLayoutVars>
      </dgm:prSet>
      <dgm:spPr/>
    </dgm:pt>
    <dgm:pt modelId="{5B99010E-AD0A-4680-AA05-1579CFAF634B}" type="pres">
      <dgm:prSet presAssocID="{77CDC81E-2AA6-4F13-B2AD-9C4C54D09521}" presName="sibTrans" presStyleCnt="0"/>
      <dgm:spPr/>
    </dgm:pt>
    <dgm:pt modelId="{2DE95939-DC13-47FC-9029-EBCA53D5B161}" type="pres">
      <dgm:prSet presAssocID="{318E489E-5FE3-47EE-A22F-E87442972000}" presName="compNode" presStyleCnt="0"/>
      <dgm:spPr/>
    </dgm:pt>
    <dgm:pt modelId="{6B10F7F8-7538-449F-9A8D-4F9DBBEE459F}" type="pres">
      <dgm:prSet presAssocID="{318E489E-5FE3-47EE-A22F-E8744297200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47DF122-4D6C-4EC1-B59A-418AE89E1E1C}" type="pres">
      <dgm:prSet presAssocID="{318E489E-5FE3-47EE-A22F-E87442972000}" presName="spaceRect" presStyleCnt="0"/>
      <dgm:spPr/>
    </dgm:pt>
    <dgm:pt modelId="{57214ADC-51EB-4FB3-AC76-204F9D2FB437}" type="pres">
      <dgm:prSet presAssocID="{318E489E-5FE3-47EE-A22F-E87442972000}" presName="textRect" presStyleLbl="revTx" presStyleIdx="1" presStyleCnt="3">
        <dgm:presLayoutVars>
          <dgm:chMax val="1"/>
          <dgm:chPref val="1"/>
        </dgm:presLayoutVars>
      </dgm:prSet>
      <dgm:spPr/>
    </dgm:pt>
    <dgm:pt modelId="{1C7971CB-13A1-4405-8F2F-EF1C9E21E735}" type="pres">
      <dgm:prSet presAssocID="{A82BA63B-411F-43EB-B2D9-81ADE8EA3524}" presName="sibTrans" presStyleCnt="0"/>
      <dgm:spPr/>
    </dgm:pt>
    <dgm:pt modelId="{CDACB8B0-C200-48BA-8055-E53D961EA792}" type="pres">
      <dgm:prSet presAssocID="{1BE67CC2-A50C-4215-BB04-F0DD0407B0AD}" presName="compNode" presStyleCnt="0"/>
      <dgm:spPr/>
    </dgm:pt>
    <dgm:pt modelId="{643C9D33-B60B-4FA1-BBBB-3BEDD11E5FC6}" type="pres">
      <dgm:prSet presAssocID="{1BE67CC2-A50C-4215-BB04-F0DD0407B0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B22AAF1-9F2A-45EE-A7A9-B6E688D96709}" type="pres">
      <dgm:prSet presAssocID="{1BE67CC2-A50C-4215-BB04-F0DD0407B0AD}" presName="spaceRect" presStyleCnt="0"/>
      <dgm:spPr/>
    </dgm:pt>
    <dgm:pt modelId="{54E88DEA-0167-46DD-9396-9182C1DDF465}" type="pres">
      <dgm:prSet presAssocID="{1BE67CC2-A50C-4215-BB04-F0DD0407B0A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41C1927-38D8-43C8-9CB3-E975FF8E3F70}" type="presOf" srcId="{02A5DEB3-2532-4702-AB7E-A5EA11A503EF}" destId="{616B8559-1AD9-425F-9253-4DDB781DC4B8}" srcOrd="0" destOrd="0" presId="urn:microsoft.com/office/officeart/2018/2/layout/IconLabelList"/>
    <dgm:cxn modelId="{8166763D-F092-4BE0-A19B-850143190D37}" srcId="{02A5DEB3-2532-4702-AB7E-A5EA11A503EF}" destId="{1BE67CC2-A50C-4215-BB04-F0DD0407B0AD}" srcOrd="2" destOrd="0" parTransId="{DD9D2B80-ED4E-4507-A8FE-841C25949C7F}" sibTransId="{2057E8E5-035B-478E-A666-6DA59B58035C}"/>
    <dgm:cxn modelId="{C6B15DA7-B3C0-48A4-93D1-4B054DAAC4E0}" type="presOf" srcId="{632B7821-17C1-4336-B970-DE7AAF7C0835}" destId="{46B0DF45-FD6F-49A6-B6DB-48F11EDCEBEE}" srcOrd="0" destOrd="0" presId="urn:microsoft.com/office/officeart/2018/2/layout/IconLabelList"/>
    <dgm:cxn modelId="{32D0B2B4-C7F5-4B05-B4C4-94F0F27E7394}" srcId="{02A5DEB3-2532-4702-AB7E-A5EA11A503EF}" destId="{632B7821-17C1-4336-B970-DE7AAF7C0835}" srcOrd="0" destOrd="0" parTransId="{2E240FE1-F193-4C2C-AEB3-FBE2A95C85CD}" sibTransId="{77CDC81E-2AA6-4F13-B2AD-9C4C54D09521}"/>
    <dgm:cxn modelId="{139F97D0-873D-4009-9952-D6E61A872C42}" srcId="{02A5DEB3-2532-4702-AB7E-A5EA11A503EF}" destId="{318E489E-5FE3-47EE-A22F-E87442972000}" srcOrd="1" destOrd="0" parTransId="{C3408601-DCD8-4EC5-B9F7-F74935CBEE07}" sibTransId="{A82BA63B-411F-43EB-B2D9-81ADE8EA3524}"/>
    <dgm:cxn modelId="{5544A6EA-CFEA-4C04-B11C-F43486C358B9}" type="presOf" srcId="{1BE67CC2-A50C-4215-BB04-F0DD0407B0AD}" destId="{54E88DEA-0167-46DD-9396-9182C1DDF465}" srcOrd="0" destOrd="0" presId="urn:microsoft.com/office/officeart/2018/2/layout/IconLabelList"/>
    <dgm:cxn modelId="{2FD0F9F7-6C49-4652-9524-29CD850DF208}" type="presOf" srcId="{318E489E-5FE3-47EE-A22F-E87442972000}" destId="{57214ADC-51EB-4FB3-AC76-204F9D2FB437}" srcOrd="0" destOrd="0" presId="urn:microsoft.com/office/officeart/2018/2/layout/IconLabelList"/>
    <dgm:cxn modelId="{A74043D9-1096-49CD-BE22-D9BB8BA069BC}" type="presParOf" srcId="{616B8559-1AD9-425F-9253-4DDB781DC4B8}" destId="{30A35E6E-ABA8-4B5A-AA15-F4ABDF6F0BCD}" srcOrd="0" destOrd="0" presId="urn:microsoft.com/office/officeart/2018/2/layout/IconLabelList"/>
    <dgm:cxn modelId="{32E77E0E-BF4F-4589-B796-5C2D99DC5650}" type="presParOf" srcId="{30A35E6E-ABA8-4B5A-AA15-F4ABDF6F0BCD}" destId="{8658FD36-7B3A-4AF7-A50B-FA1782BA95A9}" srcOrd="0" destOrd="0" presId="urn:microsoft.com/office/officeart/2018/2/layout/IconLabelList"/>
    <dgm:cxn modelId="{9E32EFA0-F7EA-414D-8B9F-C99E090F68CD}" type="presParOf" srcId="{30A35E6E-ABA8-4B5A-AA15-F4ABDF6F0BCD}" destId="{2D50B184-664A-44BF-807C-F561712E0CB5}" srcOrd="1" destOrd="0" presId="urn:microsoft.com/office/officeart/2018/2/layout/IconLabelList"/>
    <dgm:cxn modelId="{47B4750B-5870-41D9-AE7D-223198A5186C}" type="presParOf" srcId="{30A35E6E-ABA8-4B5A-AA15-F4ABDF6F0BCD}" destId="{46B0DF45-FD6F-49A6-B6DB-48F11EDCEBEE}" srcOrd="2" destOrd="0" presId="urn:microsoft.com/office/officeart/2018/2/layout/IconLabelList"/>
    <dgm:cxn modelId="{1EC9D5DE-F3D5-412D-85DA-F4A2E96F05C2}" type="presParOf" srcId="{616B8559-1AD9-425F-9253-4DDB781DC4B8}" destId="{5B99010E-AD0A-4680-AA05-1579CFAF634B}" srcOrd="1" destOrd="0" presId="urn:microsoft.com/office/officeart/2018/2/layout/IconLabelList"/>
    <dgm:cxn modelId="{160E6C99-7B75-4E12-9A4D-16C2CBB55BD3}" type="presParOf" srcId="{616B8559-1AD9-425F-9253-4DDB781DC4B8}" destId="{2DE95939-DC13-47FC-9029-EBCA53D5B161}" srcOrd="2" destOrd="0" presId="urn:microsoft.com/office/officeart/2018/2/layout/IconLabelList"/>
    <dgm:cxn modelId="{6B11647F-FF61-442B-88F9-74AF8AE3D1ED}" type="presParOf" srcId="{2DE95939-DC13-47FC-9029-EBCA53D5B161}" destId="{6B10F7F8-7538-449F-9A8D-4F9DBBEE459F}" srcOrd="0" destOrd="0" presId="urn:microsoft.com/office/officeart/2018/2/layout/IconLabelList"/>
    <dgm:cxn modelId="{96EA28E3-E1D9-4BE3-BF0F-DBA855D14CE6}" type="presParOf" srcId="{2DE95939-DC13-47FC-9029-EBCA53D5B161}" destId="{847DF122-4D6C-4EC1-B59A-418AE89E1E1C}" srcOrd="1" destOrd="0" presId="urn:microsoft.com/office/officeart/2018/2/layout/IconLabelList"/>
    <dgm:cxn modelId="{CBA0C187-F456-40E3-940B-4BDA9020A623}" type="presParOf" srcId="{2DE95939-DC13-47FC-9029-EBCA53D5B161}" destId="{57214ADC-51EB-4FB3-AC76-204F9D2FB437}" srcOrd="2" destOrd="0" presId="urn:microsoft.com/office/officeart/2018/2/layout/IconLabelList"/>
    <dgm:cxn modelId="{5050BA2B-E1D8-428A-A98E-7310F08E9B37}" type="presParOf" srcId="{616B8559-1AD9-425F-9253-4DDB781DC4B8}" destId="{1C7971CB-13A1-4405-8F2F-EF1C9E21E735}" srcOrd="3" destOrd="0" presId="urn:microsoft.com/office/officeart/2018/2/layout/IconLabelList"/>
    <dgm:cxn modelId="{79D8EEC1-70BF-42F6-88A5-26D23F9D91DA}" type="presParOf" srcId="{616B8559-1AD9-425F-9253-4DDB781DC4B8}" destId="{CDACB8B0-C200-48BA-8055-E53D961EA792}" srcOrd="4" destOrd="0" presId="urn:microsoft.com/office/officeart/2018/2/layout/IconLabelList"/>
    <dgm:cxn modelId="{D62007A7-BDF6-49AD-8AA2-263438D59B93}" type="presParOf" srcId="{CDACB8B0-C200-48BA-8055-E53D961EA792}" destId="{643C9D33-B60B-4FA1-BBBB-3BEDD11E5FC6}" srcOrd="0" destOrd="0" presId="urn:microsoft.com/office/officeart/2018/2/layout/IconLabelList"/>
    <dgm:cxn modelId="{AD88A88A-4C25-4DA8-98E5-29D630147BBE}" type="presParOf" srcId="{CDACB8B0-C200-48BA-8055-E53D961EA792}" destId="{CB22AAF1-9F2A-45EE-A7A9-B6E688D96709}" srcOrd="1" destOrd="0" presId="urn:microsoft.com/office/officeart/2018/2/layout/IconLabelList"/>
    <dgm:cxn modelId="{CD06CFBE-1D1E-4B38-B99D-04062653682E}" type="presParOf" srcId="{CDACB8B0-C200-48BA-8055-E53D961EA792}" destId="{54E88DEA-0167-46DD-9396-9182C1DDF46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13F09-6826-4B60-8E4C-13448BD5F989}">
      <dsp:nvSpPr>
        <dsp:cNvPr id="0" name=""/>
        <dsp:cNvSpPr/>
      </dsp:nvSpPr>
      <dsp:spPr>
        <a:xfrm>
          <a:off x="87489" y="125748"/>
          <a:ext cx="1271478" cy="127147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4673F-60EA-4091-8C6E-5E0E219AB017}">
      <dsp:nvSpPr>
        <dsp:cNvPr id="0" name=""/>
        <dsp:cNvSpPr/>
      </dsp:nvSpPr>
      <dsp:spPr>
        <a:xfrm>
          <a:off x="354499" y="392759"/>
          <a:ext cx="737457" cy="7374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B3708-168F-4A03-A976-AF4E5217262F}">
      <dsp:nvSpPr>
        <dsp:cNvPr id="0" name=""/>
        <dsp:cNvSpPr/>
      </dsp:nvSpPr>
      <dsp:spPr>
        <a:xfrm>
          <a:off x="1631427" y="125748"/>
          <a:ext cx="2997056" cy="127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Analyze employee data</a:t>
          </a:r>
          <a:endParaRPr lang="en-US" sz="2400" kern="1200"/>
        </a:p>
      </dsp:txBody>
      <dsp:txXfrm>
        <a:off x="1631427" y="125748"/>
        <a:ext cx="2997056" cy="1271478"/>
      </dsp:txXfrm>
    </dsp:sp>
    <dsp:sp modelId="{B00AA322-43C3-4491-BFC5-3B6FBA80E643}">
      <dsp:nvSpPr>
        <dsp:cNvPr id="0" name=""/>
        <dsp:cNvSpPr/>
      </dsp:nvSpPr>
      <dsp:spPr>
        <a:xfrm>
          <a:off x="5150698" y="125748"/>
          <a:ext cx="1271478" cy="127147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C00548-E5E1-4FEC-B997-745C4965E54D}">
      <dsp:nvSpPr>
        <dsp:cNvPr id="0" name=""/>
        <dsp:cNvSpPr/>
      </dsp:nvSpPr>
      <dsp:spPr>
        <a:xfrm>
          <a:off x="5417708" y="392759"/>
          <a:ext cx="737457" cy="7374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D3E48-B74E-4286-BCE8-AC41E760ACE3}">
      <dsp:nvSpPr>
        <dsp:cNvPr id="0" name=""/>
        <dsp:cNvSpPr/>
      </dsp:nvSpPr>
      <dsp:spPr>
        <a:xfrm>
          <a:off x="6694636" y="125748"/>
          <a:ext cx="2997056" cy="127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Identify attrition patterns</a:t>
          </a:r>
          <a:endParaRPr lang="en-US" sz="2400" kern="1200"/>
        </a:p>
      </dsp:txBody>
      <dsp:txXfrm>
        <a:off x="6694636" y="125748"/>
        <a:ext cx="2997056" cy="1271478"/>
      </dsp:txXfrm>
    </dsp:sp>
    <dsp:sp modelId="{92615EB1-2E98-4A29-BED9-24044474AD2E}">
      <dsp:nvSpPr>
        <dsp:cNvPr id="0" name=""/>
        <dsp:cNvSpPr/>
      </dsp:nvSpPr>
      <dsp:spPr>
        <a:xfrm>
          <a:off x="87489" y="1969585"/>
          <a:ext cx="1271478" cy="127147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A13EBF-E57F-4E0F-BF9F-97E06FC20F29}">
      <dsp:nvSpPr>
        <dsp:cNvPr id="0" name=""/>
        <dsp:cNvSpPr/>
      </dsp:nvSpPr>
      <dsp:spPr>
        <a:xfrm>
          <a:off x="354499" y="2236596"/>
          <a:ext cx="737457" cy="7374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C9DA8-D5D8-4B2C-A336-F3306BA33F96}">
      <dsp:nvSpPr>
        <dsp:cNvPr id="0" name=""/>
        <dsp:cNvSpPr/>
      </dsp:nvSpPr>
      <dsp:spPr>
        <a:xfrm>
          <a:off x="1631427" y="1969585"/>
          <a:ext cx="2997056" cy="127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Build a flight risk model</a:t>
          </a:r>
        </a:p>
      </dsp:txBody>
      <dsp:txXfrm>
        <a:off x="1631427" y="1969585"/>
        <a:ext cx="2997056" cy="1271478"/>
      </dsp:txXfrm>
    </dsp:sp>
    <dsp:sp modelId="{A6B8E4F3-F5F6-4322-A4CF-A02EE16CDE16}">
      <dsp:nvSpPr>
        <dsp:cNvPr id="0" name=""/>
        <dsp:cNvSpPr/>
      </dsp:nvSpPr>
      <dsp:spPr>
        <a:xfrm>
          <a:off x="5150698" y="1969585"/>
          <a:ext cx="1271478" cy="127147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30D3D5-5377-4BD9-A6E1-C1DE4004C66D}">
      <dsp:nvSpPr>
        <dsp:cNvPr id="0" name=""/>
        <dsp:cNvSpPr/>
      </dsp:nvSpPr>
      <dsp:spPr>
        <a:xfrm>
          <a:off x="5417708" y="2236596"/>
          <a:ext cx="737457" cy="7374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8E6FE-B24E-402F-B049-3ABDFB47BEEE}">
      <dsp:nvSpPr>
        <dsp:cNvPr id="0" name=""/>
        <dsp:cNvSpPr/>
      </dsp:nvSpPr>
      <dsp:spPr>
        <a:xfrm>
          <a:off x="6694636" y="1969585"/>
          <a:ext cx="2997056" cy="1271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Provide HR recommendations</a:t>
          </a:r>
          <a:endParaRPr lang="en-US" sz="2400" kern="1200"/>
        </a:p>
      </dsp:txBody>
      <dsp:txXfrm>
        <a:off x="6694636" y="1969585"/>
        <a:ext cx="2997056" cy="1271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58FD36-7B3A-4AF7-A50B-FA1782BA95A9}">
      <dsp:nvSpPr>
        <dsp:cNvPr id="0" name=""/>
        <dsp:cNvSpPr/>
      </dsp:nvSpPr>
      <dsp:spPr>
        <a:xfrm>
          <a:off x="973234" y="347306"/>
          <a:ext cx="1258828" cy="12588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0DF45-FD6F-49A6-B6DB-48F11EDCEBEE}">
      <dsp:nvSpPr>
        <dsp:cNvPr id="0" name=""/>
        <dsp:cNvSpPr/>
      </dsp:nvSpPr>
      <dsp:spPr>
        <a:xfrm>
          <a:off x="203949" y="2007008"/>
          <a:ext cx="2797397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Attrition Rate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Total Employees: </a:t>
          </a:r>
          <a:r>
            <a:rPr lang="en-IN" sz="2000" b="1" kern="1200" dirty="0"/>
            <a:t>129</a:t>
          </a:r>
          <a:endParaRPr lang="en-US" sz="1100" kern="1200" dirty="0"/>
        </a:p>
      </dsp:txBody>
      <dsp:txXfrm>
        <a:off x="203949" y="2007008"/>
        <a:ext cx="2797397" cy="1012500"/>
      </dsp:txXfrm>
    </dsp:sp>
    <dsp:sp modelId="{6B10F7F8-7538-449F-9A8D-4F9DBBEE459F}">
      <dsp:nvSpPr>
        <dsp:cNvPr id="0" name=""/>
        <dsp:cNvSpPr/>
      </dsp:nvSpPr>
      <dsp:spPr>
        <a:xfrm>
          <a:off x="4260176" y="347306"/>
          <a:ext cx="1258828" cy="12588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14ADC-51EB-4FB3-AC76-204F9D2FB437}">
      <dsp:nvSpPr>
        <dsp:cNvPr id="0" name=""/>
        <dsp:cNvSpPr/>
      </dsp:nvSpPr>
      <dsp:spPr>
        <a:xfrm>
          <a:off x="3490892" y="2007008"/>
          <a:ext cx="2797397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Average Salary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Employees Left: </a:t>
          </a:r>
          <a:r>
            <a:rPr lang="en-IN" sz="1400" b="1" kern="1200" dirty="0"/>
            <a:t>23</a:t>
          </a:r>
          <a:endParaRPr lang="en-IN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 dirty="0"/>
            <a:t>Attrition Rate: </a:t>
          </a:r>
          <a:r>
            <a:rPr lang="en-IN" sz="1400" b="1" kern="1200" dirty="0"/>
            <a:t>17.8%</a:t>
          </a:r>
          <a:endParaRPr lang="en-IN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i="1" kern="1200" dirty="0"/>
            <a:t>(23 ÷ 129 × 100)</a:t>
          </a:r>
          <a:endParaRPr lang="en-US" sz="1400" kern="1200" dirty="0"/>
        </a:p>
      </dsp:txBody>
      <dsp:txXfrm>
        <a:off x="3490892" y="2007008"/>
        <a:ext cx="2797397" cy="1012500"/>
      </dsp:txXfrm>
    </dsp:sp>
    <dsp:sp modelId="{643C9D33-B60B-4FA1-BBBB-3BEDD11E5FC6}">
      <dsp:nvSpPr>
        <dsp:cNvPr id="0" name=""/>
        <dsp:cNvSpPr/>
      </dsp:nvSpPr>
      <dsp:spPr>
        <a:xfrm>
          <a:off x="7547118" y="347306"/>
          <a:ext cx="1258828" cy="12588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88DEA-0167-46DD-9396-9182C1DDF465}">
      <dsp:nvSpPr>
        <dsp:cNvPr id="0" name=""/>
        <dsp:cNvSpPr/>
      </dsp:nvSpPr>
      <dsp:spPr>
        <a:xfrm>
          <a:off x="6777834" y="2007008"/>
          <a:ext cx="2797397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Overall Average Salary: </a:t>
          </a:r>
          <a:r>
            <a:rPr lang="en-IN" sz="2400" b="1" kern="1200" dirty="0"/>
            <a:t>₹6,292</a:t>
          </a:r>
          <a:r>
            <a:rPr lang="en-IN" sz="2400" kern="1200" dirty="0"/>
            <a:t> </a:t>
          </a:r>
          <a:endParaRPr lang="en-US" sz="2400" kern="1200" dirty="0"/>
        </a:p>
      </dsp:txBody>
      <dsp:txXfrm>
        <a:off x="6777834" y="2007008"/>
        <a:ext cx="2797397" cy="101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37DA7-BEB7-1C68-BFC4-F06AC61B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69A22-9834-5ACD-11A7-6D5D21E9A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1ABD3-A893-1F1D-66E4-25F91B79A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DE4E5-9E89-66D4-F198-868A14DAD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504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2FF8A-A2FE-20D8-11D8-C4C5601B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1C3BF-25FF-174E-7BD3-89F02B31E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DB19F-88EE-1655-14E6-8369DC859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2CA14-333A-0740-769F-B52A017F0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714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5DB6-9675-3442-5C87-3F5180DE3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C1B98F-93C5-CBD1-BE39-D983D5021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77F54-0917-D80A-FA95-126BBDD7A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96BA2-71C4-283B-9E5B-27800AB58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924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5" r:id="rId9"/>
    <p:sldLayoutId id="2147483677" r:id="rId10"/>
    <p:sldLayoutId id="2147483676" r:id="rId11"/>
    <p:sldLayoutId id="2147483661" r:id="rId12"/>
    <p:sldLayoutId id="2147483666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vipestudio.com/en/looking-for-the-best-email-marketing-strategy-here-are-5-tips-for-wordpress-websites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rlopezcano.blogspot.com/2019/09/las-conclusiones-y-revision-de-la.html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HR Analytics for Banking Sector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BD3B83-53AA-5149-2494-6CB7A851315C}"/>
              </a:ext>
            </a:extLst>
          </p:cNvPr>
          <p:cNvSpPr txBox="1"/>
          <p:nvPr/>
        </p:nvSpPr>
        <p:spPr>
          <a:xfrm>
            <a:off x="6225436" y="4860099"/>
            <a:ext cx="38580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Roshitha</a:t>
            </a:r>
            <a:br>
              <a:rPr lang="en-US" sz="2400" dirty="0"/>
            </a:br>
            <a:r>
              <a:rPr lang="en-US" sz="2400" dirty="0"/>
              <a:t>HR Analyst Project</a:t>
            </a:r>
          </a:p>
          <a:p>
            <a:pPr algn="r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anchor="b">
            <a:normAutofit/>
          </a:bodyPr>
          <a:lstStyle/>
          <a:p>
            <a:r>
              <a:rPr lang="en-IN" dirty="0"/>
              <a:t>Project Objective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C88CE4-21F0-016E-1D1B-4ED59EB624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4065894"/>
              </p:ext>
            </p:extLst>
          </p:nvPr>
        </p:nvGraphicFramePr>
        <p:xfrm>
          <a:off x="1167493" y="2084832"/>
          <a:ext cx="9779182" cy="3366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FE987C-6922-4355-C98B-2CC3A99B25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67494" y="3349157"/>
            <a:ext cx="658077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Dataset: IBM HR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Total Employees: 130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Key fields: Salary, Tenure, Attrition, Performance</a:t>
            </a:r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 anchor="b">
            <a:normAutofit/>
          </a:bodyPr>
          <a:lstStyle/>
          <a:p>
            <a:r>
              <a:rPr lang="en-IN" dirty="0"/>
              <a:t>Data Preparation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 anchor="t">
            <a:normAutofit/>
          </a:bodyPr>
          <a:lstStyle/>
          <a:p>
            <a:r>
              <a:rPr lang="en-US"/>
              <a:t>Cleaned dataset</a:t>
            </a:r>
          </a:p>
          <a:p>
            <a:r>
              <a:rPr lang="en-US"/>
              <a:t>Removed unnecessary columns</a:t>
            </a:r>
          </a:p>
          <a:p>
            <a:r>
              <a:rPr lang="en-US"/>
              <a:t>Converted to banking dataset</a:t>
            </a:r>
          </a:p>
          <a:p>
            <a:r>
              <a:rPr lang="en-US"/>
              <a:t>Added new fields (Location, Risk Score)</a:t>
            </a:r>
          </a:p>
        </p:txBody>
      </p:sp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pPr algn="ctr"/>
            <a:r>
              <a:rPr lang="en-IN" sz="4800" dirty="0"/>
              <a:t>Key Metrics</a:t>
            </a:r>
            <a:endParaRPr lang="en-US" sz="4800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800BF22-CA0C-C16B-C675-F0FB6E7980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2802014"/>
              </p:ext>
            </p:extLst>
          </p:nvPr>
        </p:nvGraphicFramePr>
        <p:xfrm>
          <a:off x="1158865" y="2017467"/>
          <a:ext cx="9779182" cy="3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77553"/>
            <a:ext cx="6245912" cy="1726403"/>
          </a:xfrm>
        </p:spPr>
        <p:txBody>
          <a:bodyPr/>
          <a:lstStyle/>
          <a:p>
            <a:r>
              <a:rPr lang="en-IN" dirty="0"/>
              <a:t>Attrition Analysis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DA7CF3-D0FC-3ADE-42C9-862BEF6C2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875" y="2429871"/>
            <a:ext cx="5153744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CBC93-8BDD-4246-85D3-9A1262597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B495D-F317-6CAF-2547-88F1F6B73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IN" dirty="0"/>
              <a:t>Department Analysis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8802AE-3B54-7D33-B74E-14ABF6BFEC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57"/>
          <a:stretch>
            <a:fillRect/>
          </a:stretch>
        </p:blipFill>
        <p:spPr>
          <a:xfrm>
            <a:off x="3266792" y="2017467"/>
            <a:ext cx="5563327" cy="33668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3564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686A5-8E2E-3C55-4AA9-A670E60B4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BA76F-A7AF-B35A-4DBF-777FCA463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27" y="177553"/>
            <a:ext cx="8743168" cy="1726403"/>
          </a:xfrm>
        </p:spPr>
        <p:txBody>
          <a:bodyPr/>
          <a:lstStyle/>
          <a:p>
            <a:r>
              <a:rPr lang="en-IN" dirty="0"/>
              <a:t>Salary Analysis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1D702C-1395-BFF8-9E54-D4D2D1D6AD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94"/>
          <a:stretch>
            <a:fillRect/>
          </a:stretch>
        </p:blipFill>
        <p:spPr>
          <a:xfrm>
            <a:off x="906428" y="2531327"/>
            <a:ext cx="6030167" cy="262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08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 anchor="b">
            <a:normAutofit/>
          </a:bodyPr>
          <a:lstStyle/>
          <a:p>
            <a:r>
              <a:rPr lang="en-IN" dirty="0"/>
              <a:t>Flight Risk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/>
          <a:p>
            <a:r>
              <a:rPr lang="en-US" dirty="0"/>
              <a:t>Predicts employees likely to leave</a:t>
            </a:r>
          </a:p>
          <a:p>
            <a:pPr lvl="1"/>
            <a:r>
              <a:rPr lang="en-IN"/>
              <a:t>Based on: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/>
              <a:t>Salary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/>
              <a:t>Tenure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/>
              <a:t>Performance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/>
              <a:t>Overtime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300645"/>
          </a:xfrm>
        </p:spPr>
        <p:txBody>
          <a:bodyPr/>
          <a:lstStyle/>
          <a:p>
            <a:pPr algn="ctr"/>
            <a:r>
              <a:rPr lang="en-IN" dirty="0"/>
              <a:t>Risk Analysis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761A74-DE38-5738-41A6-DF3086DA8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932" y="1696818"/>
            <a:ext cx="7512136" cy="398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IN" dirty="0"/>
              <a:t>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DDE7C-335B-FD23-E1E6-CDCB99B78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/>
          <a:p>
            <a:r>
              <a:rPr lang="en-IN" dirty="0"/>
              <a:t>1. High-risk employees show higher attrition, proving the risk model is effective.</a:t>
            </a:r>
          </a:p>
          <a:p>
            <a:r>
              <a:rPr lang="en-IN" dirty="0"/>
              <a:t>2. Departments with lower salaries have higher employee turnover.</a:t>
            </a:r>
          </a:p>
          <a:p>
            <a:r>
              <a:rPr lang="en-IN" dirty="0"/>
              <a:t>3. Employees working overtime are more likely to leave, indicating burnout risk.</a:t>
            </a:r>
          </a:p>
        </p:txBody>
      </p:sp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01C5F-7C9E-DE54-4FB9-AD12ADBF2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FD64-57D4-A6AB-CA42-C175EAF34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/>
          <a:lstStyle/>
          <a:p>
            <a:r>
              <a:rPr lang="en-IN" dirty="0"/>
              <a:t>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25D26-DF14-74F0-4DA1-4E45BB61E0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166813" y="2652713"/>
            <a:ext cx="5394325" cy="3436937"/>
          </a:xfrm>
        </p:spPr>
        <p:txBody>
          <a:bodyPr/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1. Increase salary for underpaid employees to reduce attrition.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2. Reduce overtime workload to improve work-life balance.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3. Focus retention strategies on high-risk employees.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CBB2FB4-A1CD-BB96-1E22-817760B9BD7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6738" r="673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35568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678581"/>
          </a:xfrm>
        </p:spPr>
        <p:txBody>
          <a:bodyPr/>
          <a:lstStyle/>
          <a:p>
            <a:r>
              <a:rPr lang="en-IN" dirty="0"/>
              <a:t>Dashboard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1A8C09D-D1D8-3461-DCA3-54F40FC96750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1166813" y="1135781"/>
            <a:ext cx="8660581" cy="438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489" y="457199"/>
            <a:ext cx="5943599" cy="1920240"/>
          </a:xfrm>
        </p:spPr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9900" y="2706688"/>
            <a:ext cx="5943600" cy="3382962"/>
          </a:xfrm>
        </p:spPr>
        <p:txBody>
          <a:bodyPr>
            <a:normAutofit/>
          </a:bodyPr>
          <a:lstStyle/>
          <a:p>
            <a:r>
              <a:rPr lang="en-IN" dirty="0"/>
              <a:t>Data helps improve HR decisions</a:t>
            </a:r>
          </a:p>
          <a:p>
            <a:r>
              <a:rPr lang="en-IN" dirty="0"/>
              <a:t>Reduces attrition</a:t>
            </a:r>
          </a:p>
          <a:p>
            <a:r>
              <a:rPr lang="en-IN" dirty="0"/>
              <a:t>Improves employee performance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1917E69-A4C4-B4B8-7E04-93CECC97D3F3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476776" y="1524000"/>
            <a:ext cx="3067050" cy="3810000"/>
          </a:xfrm>
        </p:spPr>
      </p:pic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39</TotalTime>
  <Words>224</Words>
  <Application>Microsoft Office PowerPoint</Application>
  <PresentationFormat>Widescreen</PresentationFormat>
  <Paragraphs>64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Tenorite</vt:lpstr>
      <vt:lpstr>Custom</vt:lpstr>
      <vt:lpstr>HR Analytics for Banking Sector</vt:lpstr>
      <vt:lpstr>Project Objective</vt:lpstr>
      <vt:lpstr>Dataset Overview</vt:lpstr>
      <vt:lpstr>Data Preparation</vt:lpstr>
      <vt:lpstr>Key Metrics</vt:lpstr>
      <vt:lpstr>Attrition Analysis</vt:lpstr>
      <vt:lpstr>Department Analysis</vt:lpstr>
      <vt:lpstr>Salary Analysis</vt:lpstr>
      <vt:lpstr>Flight Risk Model</vt:lpstr>
      <vt:lpstr>Risk Analysis</vt:lpstr>
      <vt:lpstr>Insights</vt:lpstr>
      <vt:lpstr>Recommendations</vt:lpstr>
      <vt:lpstr>Dashboard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 !</dc:creator>
  <cp:lastModifiedBy>rose !</cp:lastModifiedBy>
  <cp:revision>1</cp:revision>
  <dcterms:created xsi:type="dcterms:W3CDTF">2026-03-20T14:42:48Z</dcterms:created>
  <dcterms:modified xsi:type="dcterms:W3CDTF">2026-03-20T15:22:01Z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