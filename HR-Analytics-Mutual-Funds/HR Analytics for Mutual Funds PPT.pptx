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!" userId="806ca699274148b6" providerId="LiveId" clId="{E2D28672-9D42-4296-84C9-5578912BD0DB}"/>
    <pc:docChg chg="undo custSel modSld">
      <pc:chgData name="rose !" userId="806ca699274148b6" providerId="LiveId" clId="{E2D28672-9D42-4296-84C9-5578912BD0DB}" dt="2026-05-10T12:48:25.887" v="66" actId="27636"/>
      <pc:docMkLst>
        <pc:docMk/>
      </pc:docMkLst>
      <pc:sldChg chg="addSp delSp modSp mod">
        <pc:chgData name="rose !" userId="806ca699274148b6" providerId="LiveId" clId="{E2D28672-9D42-4296-84C9-5578912BD0DB}" dt="2026-05-10T12:40:26.511" v="1" actId="26606"/>
        <pc:sldMkLst>
          <pc:docMk/>
          <pc:sldMk cId="3651365821" sldId="257"/>
        </pc:sldMkLst>
        <pc:spChg chg="del">
          <ac:chgData name="rose !" userId="806ca699274148b6" providerId="LiveId" clId="{E2D28672-9D42-4296-84C9-5578912BD0DB}" dt="2026-05-10T12:40:26.511" v="1" actId="26606"/>
          <ac:spMkLst>
            <pc:docMk/>
            <pc:sldMk cId="3651365821" sldId="257"/>
            <ac:spMk id="32" creationId="{42A4FC2C-047E-45A5-965D-8E1E3BF09BC6}"/>
          </ac:spMkLst>
        </pc:spChg>
        <pc:spChg chg="add">
          <ac:chgData name="rose !" userId="806ca699274148b6" providerId="LiveId" clId="{E2D28672-9D42-4296-84C9-5578912BD0DB}" dt="2026-05-10T12:40:26.511" v="1" actId="26606"/>
          <ac:spMkLst>
            <pc:docMk/>
            <pc:sldMk cId="3651365821" sldId="257"/>
            <ac:spMk id="37" creationId="{42A4FC2C-047E-45A5-965D-8E1E3BF09BC6}"/>
          </ac:spMkLst>
        </pc:spChg>
        <pc:picChg chg="mod modCrop">
          <ac:chgData name="rose !" userId="806ca699274148b6" providerId="LiveId" clId="{E2D28672-9D42-4296-84C9-5578912BD0DB}" dt="2026-05-10T12:40:26.511" v="1" actId="26606"/>
          <ac:picMkLst>
            <pc:docMk/>
            <pc:sldMk cId="3651365821" sldId="257"/>
            <ac:picMk id="5" creationId="{DB5FE053-39FC-076C-6B4A-CC1CFBF3F153}"/>
          </ac:picMkLst>
        </pc:picChg>
      </pc:sldChg>
      <pc:sldChg chg="addSp delSp modSp mod">
        <pc:chgData name="rose !" userId="806ca699274148b6" providerId="LiveId" clId="{E2D28672-9D42-4296-84C9-5578912BD0DB}" dt="2026-05-10T12:41:20.791" v="6" actId="26606"/>
        <pc:sldMkLst>
          <pc:docMk/>
          <pc:sldMk cId="2006032525" sldId="258"/>
        </pc:sldMkLst>
        <pc:spChg chg="del">
          <ac:chgData name="rose !" userId="806ca699274148b6" providerId="LiveId" clId="{E2D28672-9D42-4296-84C9-5578912BD0DB}" dt="2026-05-10T12:40:49.566" v="3" actId="26606"/>
          <ac:spMkLst>
            <pc:docMk/>
            <pc:sldMk cId="2006032525" sldId="258"/>
            <ac:spMk id="10" creationId="{42A4FC2C-047E-45A5-965D-8E1E3BF09BC6}"/>
          </ac:spMkLst>
        </pc:spChg>
        <pc:spChg chg="add del">
          <ac:chgData name="rose !" userId="806ca699274148b6" providerId="LiveId" clId="{E2D28672-9D42-4296-84C9-5578912BD0DB}" dt="2026-05-10T12:41:20.791" v="6" actId="26606"/>
          <ac:spMkLst>
            <pc:docMk/>
            <pc:sldMk cId="2006032525" sldId="258"/>
            <ac:spMk id="15" creationId="{42A4FC2C-047E-45A5-965D-8E1E3BF09BC6}"/>
          </ac:spMkLst>
        </pc:spChg>
        <pc:spChg chg="add">
          <ac:chgData name="rose !" userId="806ca699274148b6" providerId="LiveId" clId="{E2D28672-9D42-4296-84C9-5578912BD0DB}" dt="2026-05-10T12:41:20.791" v="6" actId="26606"/>
          <ac:spMkLst>
            <pc:docMk/>
            <pc:sldMk cId="2006032525" sldId="258"/>
            <ac:spMk id="20" creationId="{42A4FC2C-047E-45A5-965D-8E1E3BF09BC6}"/>
          </ac:spMkLst>
        </pc:spChg>
        <pc:picChg chg="mod modCrop">
          <ac:chgData name="rose !" userId="806ca699274148b6" providerId="LiveId" clId="{E2D28672-9D42-4296-84C9-5578912BD0DB}" dt="2026-05-10T12:41:20.791" v="6" actId="26606"/>
          <ac:picMkLst>
            <pc:docMk/>
            <pc:sldMk cId="2006032525" sldId="258"/>
            <ac:picMk id="5" creationId="{86F6E4BF-3637-22FE-79A3-30D3049D6AF5}"/>
          </ac:picMkLst>
        </pc:picChg>
      </pc:sldChg>
      <pc:sldChg chg="addSp delSp modSp mod">
        <pc:chgData name="rose !" userId="806ca699274148b6" providerId="LiveId" clId="{E2D28672-9D42-4296-84C9-5578912BD0DB}" dt="2026-05-10T12:42:57.678" v="19" actId="14100"/>
        <pc:sldMkLst>
          <pc:docMk/>
          <pc:sldMk cId="1781769718" sldId="259"/>
        </pc:sldMkLst>
        <pc:spChg chg="add del">
          <ac:chgData name="rose !" userId="806ca699274148b6" providerId="LiveId" clId="{E2D28672-9D42-4296-84C9-5578912BD0DB}" dt="2026-05-10T12:41:59.967" v="12" actId="26606"/>
          <ac:spMkLst>
            <pc:docMk/>
            <pc:sldMk cId="1781769718" sldId="259"/>
            <ac:spMk id="13" creationId="{42A4FC2C-047E-45A5-965D-8E1E3BF09BC6}"/>
          </ac:spMkLst>
        </pc:spChg>
        <pc:spChg chg="add del">
          <ac:chgData name="rose !" userId="806ca699274148b6" providerId="LiveId" clId="{E2D28672-9D42-4296-84C9-5578912BD0DB}" dt="2026-05-10T12:41:56.778" v="9" actId="26606"/>
          <ac:spMkLst>
            <pc:docMk/>
            <pc:sldMk cId="1781769718" sldId="259"/>
            <ac:spMk id="18" creationId="{42A4FC2C-047E-45A5-965D-8E1E3BF09BC6}"/>
          </ac:spMkLst>
        </pc:spChg>
        <pc:spChg chg="add del">
          <ac:chgData name="rose !" userId="806ca699274148b6" providerId="LiveId" clId="{E2D28672-9D42-4296-84C9-5578912BD0DB}" dt="2026-05-10T12:41:59.963" v="11" actId="26606"/>
          <ac:spMkLst>
            <pc:docMk/>
            <pc:sldMk cId="1781769718" sldId="259"/>
            <ac:spMk id="20" creationId="{8B2B1708-8CE4-4A20-94F5-55118AE2CBD7}"/>
          </ac:spMkLst>
        </pc:spChg>
        <pc:spChg chg="add del">
          <ac:chgData name="rose !" userId="806ca699274148b6" providerId="LiveId" clId="{E2D28672-9D42-4296-84C9-5578912BD0DB}" dt="2026-05-10T12:41:59.963" v="11" actId="26606"/>
          <ac:spMkLst>
            <pc:docMk/>
            <pc:sldMk cId="1781769718" sldId="259"/>
            <ac:spMk id="21" creationId="{C7D023E4-8DE1-436E-9847-ED6A4B4B04FD}"/>
          </ac:spMkLst>
        </pc:spChg>
        <pc:spChg chg="add del">
          <ac:chgData name="rose !" userId="806ca699274148b6" providerId="LiveId" clId="{E2D28672-9D42-4296-84C9-5578912BD0DB}" dt="2026-05-10T12:41:59.963" v="11" actId="26606"/>
          <ac:spMkLst>
            <pc:docMk/>
            <pc:sldMk cId="1781769718" sldId="259"/>
            <ac:spMk id="22" creationId="{8B4AF456-0671-432E-AD5B-FFAF8D6461E7}"/>
          </ac:spMkLst>
        </pc:spChg>
        <pc:spChg chg="add del">
          <ac:chgData name="rose !" userId="806ca699274148b6" providerId="LiveId" clId="{E2D28672-9D42-4296-84C9-5578912BD0DB}" dt="2026-05-10T12:42:26.323" v="17" actId="26606"/>
          <ac:spMkLst>
            <pc:docMk/>
            <pc:sldMk cId="1781769718" sldId="259"/>
            <ac:spMk id="33" creationId="{42A4FC2C-047E-45A5-965D-8E1E3BF09BC6}"/>
          </ac:spMkLst>
        </pc:spChg>
        <pc:spChg chg="add del">
          <ac:chgData name="rose !" userId="806ca699274148b6" providerId="LiveId" clId="{E2D28672-9D42-4296-84C9-5578912BD0DB}" dt="2026-05-10T12:42:26.323" v="17" actId="26606"/>
          <ac:spMkLst>
            <pc:docMk/>
            <pc:sldMk cId="1781769718" sldId="259"/>
            <ac:spMk id="38" creationId="{42A4FC2C-047E-45A5-965D-8E1E3BF09BC6}"/>
          </ac:spMkLst>
        </pc:spChg>
        <pc:grpChg chg="add del">
          <ac:chgData name="rose !" userId="806ca699274148b6" providerId="LiveId" clId="{E2D28672-9D42-4296-84C9-5578912BD0DB}" dt="2026-05-10T12:41:59.963" v="11" actId="26606"/>
          <ac:grpSpMkLst>
            <pc:docMk/>
            <pc:sldMk cId="1781769718" sldId="259"/>
            <ac:grpSpMk id="24" creationId="{43F5E015-E085-4624-B431-B42414448684}"/>
          </ac:grpSpMkLst>
        </pc:grpChg>
        <pc:picChg chg="add del mod modCrop">
          <ac:chgData name="rose !" userId="806ca699274148b6" providerId="LiveId" clId="{E2D28672-9D42-4296-84C9-5578912BD0DB}" dt="2026-05-10T12:42:57.678" v="19" actId="14100"/>
          <ac:picMkLst>
            <pc:docMk/>
            <pc:sldMk cId="1781769718" sldId="259"/>
            <ac:picMk id="3" creationId="{9428F420-34AA-3DA3-EF7F-67BFE7B74F27}"/>
          </ac:picMkLst>
        </pc:picChg>
      </pc:sldChg>
      <pc:sldChg chg="modSp mod">
        <pc:chgData name="rose !" userId="806ca699274148b6" providerId="LiveId" clId="{E2D28672-9D42-4296-84C9-5578912BD0DB}" dt="2026-05-10T12:43:15.842" v="22" actId="14100"/>
        <pc:sldMkLst>
          <pc:docMk/>
          <pc:sldMk cId="3179232479" sldId="260"/>
        </pc:sldMkLst>
        <pc:picChg chg="mod modCrop">
          <ac:chgData name="rose !" userId="806ca699274148b6" providerId="LiveId" clId="{E2D28672-9D42-4296-84C9-5578912BD0DB}" dt="2026-05-10T12:43:15.842" v="22" actId="14100"/>
          <ac:picMkLst>
            <pc:docMk/>
            <pc:sldMk cId="3179232479" sldId="260"/>
            <ac:picMk id="3" creationId="{5ABCAF63-A663-C027-A16B-1CCF437171BD}"/>
          </ac:picMkLst>
        </pc:picChg>
      </pc:sldChg>
      <pc:sldChg chg="modSp mod">
        <pc:chgData name="rose !" userId="806ca699274148b6" providerId="LiveId" clId="{E2D28672-9D42-4296-84C9-5578912BD0DB}" dt="2026-05-10T12:43:44.292" v="26" actId="14100"/>
        <pc:sldMkLst>
          <pc:docMk/>
          <pc:sldMk cId="2574918120" sldId="261"/>
        </pc:sldMkLst>
        <pc:picChg chg="mod modCrop">
          <ac:chgData name="rose !" userId="806ca699274148b6" providerId="LiveId" clId="{E2D28672-9D42-4296-84C9-5578912BD0DB}" dt="2026-05-10T12:43:44.292" v="26" actId="14100"/>
          <ac:picMkLst>
            <pc:docMk/>
            <pc:sldMk cId="2574918120" sldId="261"/>
            <ac:picMk id="3" creationId="{B987A110-92AD-54B5-01D7-5C9B0E61E29D}"/>
          </ac:picMkLst>
        </pc:picChg>
      </pc:sldChg>
      <pc:sldChg chg="modSp mod">
        <pc:chgData name="rose !" userId="806ca699274148b6" providerId="LiveId" clId="{E2D28672-9D42-4296-84C9-5578912BD0DB}" dt="2026-05-10T12:44:09.083" v="30" actId="14100"/>
        <pc:sldMkLst>
          <pc:docMk/>
          <pc:sldMk cId="4293398156" sldId="262"/>
        </pc:sldMkLst>
        <pc:picChg chg="mod modCrop">
          <ac:chgData name="rose !" userId="806ca699274148b6" providerId="LiveId" clId="{E2D28672-9D42-4296-84C9-5578912BD0DB}" dt="2026-05-10T12:44:09.083" v="30" actId="14100"/>
          <ac:picMkLst>
            <pc:docMk/>
            <pc:sldMk cId="4293398156" sldId="262"/>
            <ac:picMk id="3" creationId="{C13D9591-C825-3DE7-3B35-838A84444585}"/>
          </ac:picMkLst>
        </pc:picChg>
      </pc:sldChg>
      <pc:sldChg chg="modSp mod">
        <pc:chgData name="rose !" userId="806ca699274148b6" providerId="LiveId" clId="{E2D28672-9D42-4296-84C9-5578912BD0DB}" dt="2026-05-10T12:44:22.627" v="32" actId="14100"/>
        <pc:sldMkLst>
          <pc:docMk/>
          <pc:sldMk cId="2806015184" sldId="263"/>
        </pc:sldMkLst>
        <pc:picChg chg="mod modCrop">
          <ac:chgData name="rose !" userId="806ca699274148b6" providerId="LiveId" clId="{E2D28672-9D42-4296-84C9-5578912BD0DB}" dt="2026-05-10T12:44:22.627" v="32" actId="14100"/>
          <ac:picMkLst>
            <pc:docMk/>
            <pc:sldMk cId="2806015184" sldId="263"/>
            <ac:picMk id="3" creationId="{FEE497C5-387E-8ED7-0C83-8C9F242305CA}"/>
          </ac:picMkLst>
        </pc:picChg>
      </pc:sldChg>
      <pc:sldChg chg="modSp mod">
        <pc:chgData name="rose !" userId="806ca699274148b6" providerId="LiveId" clId="{E2D28672-9D42-4296-84C9-5578912BD0DB}" dt="2026-05-10T12:44:37.488" v="34" actId="14100"/>
        <pc:sldMkLst>
          <pc:docMk/>
          <pc:sldMk cId="2070487232" sldId="264"/>
        </pc:sldMkLst>
        <pc:picChg chg="mod modCrop">
          <ac:chgData name="rose !" userId="806ca699274148b6" providerId="LiveId" clId="{E2D28672-9D42-4296-84C9-5578912BD0DB}" dt="2026-05-10T12:44:37.488" v="34" actId="14100"/>
          <ac:picMkLst>
            <pc:docMk/>
            <pc:sldMk cId="2070487232" sldId="264"/>
            <ac:picMk id="3" creationId="{E8F0D2E5-698D-D8C1-958F-2302888E0276}"/>
          </ac:picMkLst>
        </pc:picChg>
      </pc:sldChg>
      <pc:sldChg chg="modSp mod">
        <pc:chgData name="rose !" userId="806ca699274148b6" providerId="LiveId" clId="{E2D28672-9D42-4296-84C9-5578912BD0DB}" dt="2026-05-10T12:45:16.433" v="39" actId="14100"/>
        <pc:sldMkLst>
          <pc:docMk/>
          <pc:sldMk cId="3971226734" sldId="265"/>
        </pc:sldMkLst>
        <pc:picChg chg="mod modCrop">
          <ac:chgData name="rose !" userId="806ca699274148b6" providerId="LiveId" clId="{E2D28672-9D42-4296-84C9-5578912BD0DB}" dt="2026-05-10T12:45:16.433" v="39" actId="14100"/>
          <ac:picMkLst>
            <pc:docMk/>
            <pc:sldMk cId="3971226734" sldId="265"/>
            <ac:picMk id="3" creationId="{A8E5E4ED-6BF3-38D9-1F3D-7525968A6A0D}"/>
          </ac:picMkLst>
        </pc:picChg>
      </pc:sldChg>
      <pc:sldChg chg="modSp mod">
        <pc:chgData name="rose !" userId="806ca699274148b6" providerId="LiveId" clId="{E2D28672-9D42-4296-84C9-5578912BD0DB}" dt="2026-05-10T12:45:31.582" v="41" actId="14100"/>
        <pc:sldMkLst>
          <pc:docMk/>
          <pc:sldMk cId="1379719251" sldId="266"/>
        </pc:sldMkLst>
        <pc:picChg chg="mod modCrop">
          <ac:chgData name="rose !" userId="806ca699274148b6" providerId="LiveId" clId="{E2D28672-9D42-4296-84C9-5578912BD0DB}" dt="2026-05-10T12:45:31.582" v="41" actId="14100"/>
          <ac:picMkLst>
            <pc:docMk/>
            <pc:sldMk cId="1379719251" sldId="266"/>
            <ac:picMk id="5" creationId="{C1957B96-41D0-F509-4366-86B85498AC11}"/>
          </ac:picMkLst>
        </pc:picChg>
      </pc:sldChg>
      <pc:sldChg chg="addSp delSp modSp mod">
        <pc:chgData name="rose !" userId="806ca699274148b6" providerId="LiveId" clId="{E2D28672-9D42-4296-84C9-5578912BD0DB}" dt="2026-05-10T12:47:26.163" v="53" actId="26606"/>
        <pc:sldMkLst>
          <pc:docMk/>
          <pc:sldMk cId="1889324481" sldId="267"/>
        </pc:sldMkLst>
        <pc:spChg chg="add del">
          <ac:chgData name="rose !" userId="806ca699274148b6" providerId="LiveId" clId="{E2D28672-9D42-4296-84C9-5578912BD0DB}" dt="2026-05-10T12:47:07.961" v="47" actId="26606"/>
          <ac:spMkLst>
            <pc:docMk/>
            <pc:sldMk cId="1889324481" sldId="267"/>
            <ac:spMk id="10" creationId="{22F15A2D-2324-487D-A02A-BF46C5C580EB}"/>
          </ac:spMkLst>
        </pc:spChg>
        <pc:spChg chg="add del">
          <ac:chgData name="rose !" userId="806ca699274148b6" providerId="LiveId" clId="{E2D28672-9D42-4296-84C9-5578912BD0DB}" dt="2026-05-10T12:47:07.961" v="47" actId="26606"/>
          <ac:spMkLst>
            <pc:docMk/>
            <pc:sldMk cId="1889324481" sldId="267"/>
            <ac:spMk id="12" creationId="{17A7F34E-D418-47E2-9F86-2C45BBC31210}"/>
          </ac:spMkLst>
        </pc:spChg>
        <pc:spChg chg="add del">
          <ac:chgData name="rose !" userId="806ca699274148b6" providerId="LiveId" clId="{E2D28672-9D42-4296-84C9-5578912BD0DB}" dt="2026-05-10T12:47:07.961" v="47" actId="26606"/>
          <ac:spMkLst>
            <pc:docMk/>
            <pc:sldMk cId="1889324481" sldId="267"/>
            <ac:spMk id="14" creationId="{2AEAFA59-923A-4F54-8B49-44C970BCC323}"/>
          </ac:spMkLst>
        </pc:spChg>
        <pc:spChg chg="add del">
          <ac:chgData name="rose !" userId="806ca699274148b6" providerId="LiveId" clId="{E2D28672-9D42-4296-84C9-5578912BD0DB}" dt="2026-05-10T12:47:11.457" v="49" actId="26606"/>
          <ac:spMkLst>
            <pc:docMk/>
            <pc:sldMk cId="1889324481" sldId="267"/>
            <ac:spMk id="16" creationId="{873D1266-90B6-4C24-80C2-29868E71405C}"/>
          </ac:spMkLst>
        </pc:spChg>
        <pc:spChg chg="add del">
          <ac:chgData name="rose !" userId="806ca699274148b6" providerId="LiveId" clId="{E2D28672-9D42-4296-84C9-5578912BD0DB}" dt="2026-05-10T12:47:11.457" v="49" actId="26606"/>
          <ac:spMkLst>
            <pc:docMk/>
            <pc:sldMk cId="1889324481" sldId="267"/>
            <ac:spMk id="17" creationId="{D2CBF7C7-CEB6-4485-BB17-6931944B905E}"/>
          </ac:spMkLst>
        </pc:spChg>
        <pc:spChg chg="add del">
          <ac:chgData name="rose !" userId="806ca699274148b6" providerId="LiveId" clId="{E2D28672-9D42-4296-84C9-5578912BD0DB}" dt="2026-05-10T12:47:16.705" v="51" actId="26606"/>
          <ac:spMkLst>
            <pc:docMk/>
            <pc:sldMk cId="1889324481" sldId="267"/>
            <ac:spMk id="19" creationId="{5D1D4658-32CD-4903-BDA6-7B54EEA4ED6F}"/>
          </ac:spMkLst>
        </pc:spChg>
        <pc:spChg chg="add del">
          <ac:chgData name="rose !" userId="806ca699274148b6" providerId="LiveId" clId="{E2D28672-9D42-4296-84C9-5578912BD0DB}" dt="2026-05-10T12:47:16.705" v="51" actId="26606"/>
          <ac:spMkLst>
            <pc:docMk/>
            <pc:sldMk cId="1889324481" sldId="267"/>
            <ac:spMk id="20" creationId="{7A29A97C-0C3C-4F06-9CA4-68DFD1CE4039}"/>
          </ac:spMkLst>
        </pc:spChg>
        <pc:spChg chg="add del">
          <ac:chgData name="rose !" userId="806ca699274148b6" providerId="LiveId" clId="{E2D28672-9D42-4296-84C9-5578912BD0DB}" dt="2026-05-10T12:47:16.705" v="51" actId="26606"/>
          <ac:spMkLst>
            <pc:docMk/>
            <pc:sldMk cId="1889324481" sldId="267"/>
            <ac:spMk id="21" creationId="{801292C1-8B12-4AF2-9B59-8851A132E5E2}"/>
          </ac:spMkLst>
        </pc:spChg>
        <pc:spChg chg="add del">
          <ac:chgData name="rose !" userId="806ca699274148b6" providerId="LiveId" clId="{E2D28672-9D42-4296-84C9-5578912BD0DB}" dt="2026-05-10T12:47:26.163" v="53" actId="26606"/>
          <ac:spMkLst>
            <pc:docMk/>
            <pc:sldMk cId="1889324481" sldId="267"/>
            <ac:spMk id="23" creationId="{1500B4A4-B1F1-41EA-886A-B8A210DBCA3B}"/>
          </ac:spMkLst>
        </pc:spChg>
        <pc:spChg chg="add del">
          <ac:chgData name="rose !" userId="806ca699274148b6" providerId="LiveId" clId="{E2D28672-9D42-4296-84C9-5578912BD0DB}" dt="2026-05-10T12:47:26.163" v="53" actId="26606"/>
          <ac:spMkLst>
            <pc:docMk/>
            <pc:sldMk cId="1889324481" sldId="267"/>
            <ac:spMk id="24" creationId="{5E55A99C-0BDC-4DBE-8E40-9FA66F629FA1}"/>
          </ac:spMkLst>
        </pc:spChg>
        <pc:picChg chg="mod ord">
          <ac:chgData name="rose !" userId="806ca699274148b6" providerId="LiveId" clId="{E2D28672-9D42-4296-84C9-5578912BD0DB}" dt="2026-05-10T12:47:26.163" v="53" actId="26606"/>
          <ac:picMkLst>
            <pc:docMk/>
            <pc:sldMk cId="1889324481" sldId="267"/>
            <ac:picMk id="3" creationId="{3A622341-3F63-7562-C387-98022667DF51}"/>
          </ac:picMkLst>
        </pc:picChg>
        <pc:picChg chg="add mod">
          <ac:chgData name="rose !" userId="806ca699274148b6" providerId="LiveId" clId="{E2D28672-9D42-4296-84C9-5578912BD0DB}" dt="2026-05-10T12:47:26.163" v="53" actId="26606"/>
          <ac:picMkLst>
            <pc:docMk/>
            <pc:sldMk cId="1889324481" sldId="267"/>
            <ac:picMk id="5" creationId="{05758098-CC2D-51AF-D0BC-205E4C222157}"/>
          </ac:picMkLst>
        </pc:picChg>
        <pc:cxnChg chg="add del">
          <ac:chgData name="rose !" userId="806ca699274148b6" providerId="LiveId" clId="{E2D28672-9D42-4296-84C9-5578912BD0DB}" dt="2026-05-10T12:47:26.163" v="53" actId="26606"/>
          <ac:cxnSpMkLst>
            <pc:docMk/>
            <pc:sldMk cId="1889324481" sldId="267"/>
            <ac:cxnSpMk id="25" creationId="{5D1CEE39-A6DC-4DE0-9789-206F1A9888BB}"/>
          </ac:cxnSpMkLst>
        </pc:cxnChg>
      </pc:sldChg>
      <pc:sldChg chg="modSp mod">
        <pc:chgData name="rose !" userId="806ca699274148b6" providerId="LiveId" clId="{E2D28672-9D42-4296-84C9-5578912BD0DB}" dt="2026-05-10T12:47:42.366" v="55" actId="14100"/>
        <pc:sldMkLst>
          <pc:docMk/>
          <pc:sldMk cId="1391682554" sldId="268"/>
        </pc:sldMkLst>
        <pc:picChg chg="mod modCrop">
          <ac:chgData name="rose !" userId="806ca699274148b6" providerId="LiveId" clId="{E2D28672-9D42-4296-84C9-5578912BD0DB}" dt="2026-05-10T12:47:42.366" v="55" actId="14100"/>
          <ac:picMkLst>
            <pc:docMk/>
            <pc:sldMk cId="1391682554" sldId="268"/>
            <ac:picMk id="3" creationId="{3F4A7DD6-C820-442B-6BBD-606E30A04780}"/>
          </ac:picMkLst>
        </pc:picChg>
      </pc:sldChg>
      <pc:sldChg chg="modSp mod">
        <pc:chgData name="rose !" userId="806ca699274148b6" providerId="LiveId" clId="{E2D28672-9D42-4296-84C9-5578912BD0DB}" dt="2026-05-10T12:47:57.032" v="57" actId="14100"/>
        <pc:sldMkLst>
          <pc:docMk/>
          <pc:sldMk cId="1710530669" sldId="269"/>
        </pc:sldMkLst>
        <pc:picChg chg="mod modCrop">
          <ac:chgData name="rose !" userId="806ca699274148b6" providerId="LiveId" clId="{E2D28672-9D42-4296-84C9-5578912BD0DB}" dt="2026-05-10T12:47:57.032" v="57" actId="14100"/>
          <ac:picMkLst>
            <pc:docMk/>
            <pc:sldMk cId="1710530669" sldId="269"/>
            <ac:picMk id="3" creationId="{ED1ECFC6-A339-D8BB-FF11-A66058B4FBA9}"/>
          </ac:picMkLst>
        </pc:picChg>
      </pc:sldChg>
      <pc:sldChg chg="modSp mod">
        <pc:chgData name="rose !" userId="806ca699274148b6" providerId="LiveId" clId="{E2D28672-9D42-4296-84C9-5578912BD0DB}" dt="2026-05-10T12:48:25.887" v="66" actId="27636"/>
        <pc:sldMkLst>
          <pc:docMk/>
          <pc:sldMk cId="2400645759" sldId="270"/>
        </pc:sldMkLst>
        <pc:spChg chg="mod">
          <ac:chgData name="rose !" userId="806ca699274148b6" providerId="LiveId" clId="{E2D28672-9D42-4296-84C9-5578912BD0DB}" dt="2026-05-10T12:48:25.887" v="66" actId="27636"/>
          <ac:spMkLst>
            <pc:docMk/>
            <pc:sldMk cId="2400645759" sldId="270"/>
            <ac:spMk id="4" creationId="{1F2D8DE2-867A-9FE9-B48E-8A41C3AC25CC}"/>
          </ac:spMkLst>
        </pc:spChg>
        <pc:picChg chg="mod">
          <ac:chgData name="rose !" userId="806ca699274148b6" providerId="LiveId" clId="{E2D28672-9D42-4296-84C9-5578912BD0DB}" dt="2026-05-10T12:48:08.142" v="59" actId="14100"/>
          <ac:picMkLst>
            <pc:docMk/>
            <pc:sldMk cId="2400645759" sldId="270"/>
            <ac:picMk id="6" creationId="{5116C5D1-20C2-D0F4-E2D5-DF052FF6D4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F712-0318-1D26-DC52-CFDE99E26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678E4-F2D2-77AB-773C-198248E81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2C13-D4CA-7208-0A29-ADEA337A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FFD34-4AD5-F771-DF9E-E3531575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AC60F-20FD-B60A-9C3A-EF3B198D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32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8FC4-3FED-673D-99DA-B12DE216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F37A-C9AC-E163-2ADC-7C4380087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670EE-E016-247F-6936-721407746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B8F12-8A41-EF53-71A7-F3857E43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8BB9D-EFE1-633E-D935-BE07ED21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337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CED2-1EC3-25E4-2086-97C1A66E6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0DAA-B729-9D21-788A-05F8A6D13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2B473-494C-2D48-FFCD-0DEB7A5E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AA4EB-0E8D-A0D4-92FC-30C97721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5310B-82A2-3E82-D269-B79BEA72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3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1C06-FB41-57ED-FA83-1EABB020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1E71-1D75-D76C-C571-594EC82D4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BABF4-4390-F1F8-6556-2AA031211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4E665-EAB3-EDF3-D7CC-B1AC8360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48769-D60C-5CF2-A3D4-2F7E67F7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E71B0-68EC-400F-FDC4-AA1F0C6F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27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FFAD-A6D7-AB8D-CB5E-EAD76B6AF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1053E-76CC-C08B-0A14-BA12AC816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DE2EC-6C0C-FE83-C5E2-CCDB19890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A25ED-52F3-C779-B1B4-1DCB23C61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F8240-2635-951D-79CD-E2EA454A8E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33FA8-7F21-D38E-4ABF-683565A8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48A6F-9A91-8A3E-D6E2-145D681E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0311F-A34E-AC3A-6532-F34F538D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60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D6E5-1F1E-2CC1-3D1F-D7477C7D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BC3B9-4422-BFD5-592E-FE0ECA72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70684-2EFA-236F-1B23-9D172508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8943F-CC90-B359-E972-7F00720F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64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DB7BF-CE5F-320E-7F51-0E953B2D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577E5-2248-0EBD-962D-490456CFC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B9E5F-D660-EF29-3A36-68EE316F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69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E4F1-7445-4439-3B6C-80438841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E8A2-D2C0-72A5-87A5-CA4D183BF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85081-DD2B-90B3-56F3-E4AD0FF6B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FF6BA-AB87-0893-FBA6-DB55881C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D1989-81D5-FC69-DAA8-994ABD66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26F88-2E68-3769-FAC1-2E0B87F2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92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D86F-BBD9-20B0-2E3A-2BC1BC4E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7A820-C421-0224-6856-8141D8A06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3AC98-E30A-E78C-F01E-2D173BDDA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5688-F6C1-E035-5563-C8252F71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F3486-5DA7-80AB-02D2-AE9358A9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DEEB2-440F-05AE-934E-6AD260B5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11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D0C4-CD4B-58B0-7F67-A6724CDE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5AF8A-559E-9D01-8A63-F1DEAD39A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AAD8D-FE70-4FFF-B18F-83319CC5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CB021-F9F7-6935-14B8-F09E6F92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E3AA-DDB1-4B00-3BAA-3D02279A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58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5BE02-CD3B-0C79-2D1A-41B156D28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1A94D-53FE-DDE1-4180-618776518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BEA4E-7324-3A66-B924-8EC0A1A5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F7E25-C187-D176-5CB8-D66D3B08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2A863-51FF-D23C-37D5-4DD659AD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7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0C9DB-235B-64A0-0965-0FC6CC80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291AC-F40F-63D0-A752-2546FAA77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2797E-106A-B245-525D-DEF6EBD3B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27467-91D5-44AF-83BA-50F7D2AEF503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2E4F4-C2F2-4654-88DF-11A1B6437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89639-1777-BCF4-B285-FBBF227EB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423B6-0E3E-4CA9-B3BC-CD474BF57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56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4B95AB-CCEF-BA8D-25C5-3B1AB0DA562E}"/>
              </a:ext>
            </a:extLst>
          </p:cNvPr>
          <p:cNvSpPr txBox="1"/>
          <p:nvPr/>
        </p:nvSpPr>
        <p:spPr>
          <a:xfrm>
            <a:off x="500743" y="796228"/>
            <a:ext cx="10842171" cy="526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buNone/>
            </a:pPr>
            <a:r>
              <a:rPr lang="en-IN" sz="5400" b="1" i="0" cap="all" dirty="0">
                <a:solidFill>
                  <a:srgbClr val="4A90B8"/>
                </a:solidFill>
                <a:effectLst/>
                <a:latin typeface="Segoe UI" panose="020B0502040204020203" pitchFamily="34" charset="0"/>
              </a:rPr>
              <a:t>Data Analytics </a:t>
            </a:r>
          </a:p>
          <a:p>
            <a:pPr algn="ctr">
              <a:spcAft>
                <a:spcPts val="450"/>
              </a:spcAft>
              <a:buNone/>
            </a:pPr>
            <a:r>
              <a:rPr lang="en-IN" sz="5400" b="1" i="0" cap="all" dirty="0">
                <a:solidFill>
                  <a:srgbClr val="4A90B8"/>
                </a:solidFill>
                <a:effectLst/>
                <a:latin typeface="Segoe UI" panose="020B0502040204020203" pitchFamily="34" charset="0"/>
              </a:rPr>
              <a:t>Project Report</a:t>
            </a:r>
          </a:p>
          <a:p>
            <a:pPr algn="ctr">
              <a:buNone/>
            </a:pPr>
            <a:r>
              <a:rPr lang="en-IN" sz="4800" b="1" i="0" dirty="0">
                <a:solidFill>
                  <a:srgbClr val="1A3A52"/>
                </a:solidFill>
                <a:effectLst/>
                <a:latin typeface="Segoe UI" panose="020B0502040204020203" pitchFamily="34" charset="0"/>
              </a:rPr>
              <a:t>HR Analytics for Mutual Funds</a:t>
            </a:r>
            <a:endParaRPr lang="en-IN" sz="4000" b="1" i="0" dirty="0">
              <a:solidFill>
                <a:srgbClr val="1A3A52"/>
              </a:solidFill>
              <a:effectLst/>
              <a:latin typeface="Segoe UI" panose="020B0502040204020203" pitchFamily="34" charset="0"/>
            </a:endParaRPr>
          </a:p>
          <a:p>
            <a:pPr algn="ctr">
              <a:spcBef>
                <a:spcPts val="450"/>
              </a:spcBef>
              <a:buNone/>
            </a:pPr>
            <a:r>
              <a:rPr lang="en-IN" sz="2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Employee Performance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IN" sz="2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Compensation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IN" sz="2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Attrition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IN" sz="2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Succession Planning</a:t>
            </a:r>
          </a:p>
          <a:p>
            <a:pPr algn="ctr">
              <a:spcBef>
                <a:spcPts val="450"/>
              </a:spcBef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>
              <a:spcBef>
                <a:spcPts val="1050"/>
              </a:spcBef>
              <a:buNone/>
            </a:pPr>
            <a:r>
              <a:rPr lang="en-IN" sz="24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| IBM HR Analytics Dataset  |</a:t>
            </a:r>
          </a:p>
          <a:p>
            <a:pPr algn="ctr">
              <a:spcBef>
                <a:spcPts val="1050"/>
              </a:spcBef>
              <a:buNone/>
            </a:pPr>
            <a:r>
              <a:rPr lang="en-IN" sz="24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|  Microsoft Excel (Pivot Tables, Charts, Dashboard) |</a:t>
            </a:r>
            <a:br>
              <a:rPr lang="en-IN" sz="24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</a:br>
            <a:r>
              <a:rPr lang="en-IN" sz="24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| Roshitha</a:t>
            </a:r>
            <a:r>
              <a:rPr lang="en-IN" sz="2400" b="1" dirty="0">
                <a:solidFill>
                  <a:srgbClr val="555555"/>
                </a:solidFill>
                <a:latin typeface="Segoe UI" panose="020B0502040204020203" pitchFamily="34" charset="0"/>
              </a:rPr>
              <a:t> </a:t>
            </a:r>
            <a:r>
              <a:rPr lang="en-IN" sz="24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| </a:t>
            </a:r>
          </a:p>
          <a:p>
            <a:pPr algn="ctr">
              <a:spcBef>
                <a:spcPts val="1050"/>
              </a:spcBef>
              <a:buNone/>
            </a:pPr>
            <a:r>
              <a:rPr lang="en-IN" sz="2400" b="1" i="0" dirty="0">
                <a:solidFill>
                  <a:srgbClr val="555555"/>
                </a:solidFill>
                <a:effectLst/>
                <a:latin typeface="Segoe UI" panose="020B0502040204020203" pitchFamily="34" charset="0"/>
              </a:rPr>
              <a:t>| March–April 2026|</a:t>
            </a:r>
          </a:p>
        </p:txBody>
      </p:sp>
    </p:spTree>
    <p:extLst>
      <p:ext uri="{BB962C8B-B14F-4D97-AF65-F5344CB8AC3E}">
        <p14:creationId xmlns:p14="http://schemas.microsoft.com/office/powerpoint/2010/main" val="2438197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FE053-39FC-076C-6B4A-CC1CFBF3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6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6E4BF-3637-22FE-79A3-30D3049D6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3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91959-BA3D-E35E-7E1E-C65C637B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28F420-34AA-3DA3-EF7F-67BFE7B74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5" t="-1" b="20"/>
          <a:stretch>
            <a:fillRect/>
          </a:stretch>
        </p:blipFill>
        <p:spPr>
          <a:xfrm>
            <a:off x="0" y="1282"/>
            <a:ext cx="12188952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6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50C3D-5B19-1D4E-3CC7-FF756D1B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BCAF63-A663-C027-A16B-1CCF437171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0" b="464"/>
          <a:stretch>
            <a:fillRect/>
          </a:stretch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3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4CB9F-F0CC-8FB1-37E0-719E3F39E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7A110-92AD-54B5-01D7-5C9B0E61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5" t="2521" r="444"/>
          <a:stretch>
            <a:fillRect/>
          </a:stretch>
        </p:blipFill>
        <p:spPr>
          <a:xfrm>
            <a:off x="0" y="-2"/>
            <a:ext cx="12192000" cy="68580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06E56BB-C8E6-4F70-B8BF-921C4912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97716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643316-AB20-4DD1-8578-B5D7F033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61952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1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9A07B-3483-1D6A-96E5-5A5AA843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D9591-C825-3DE7-3B35-838A84444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0" r="10650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9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B937B-2C78-30E7-0C8F-F43B6512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497C5-387E-8ED7-0C83-8C9F2423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2" b="20"/>
          <a:stretch>
            <a:fillRect/>
          </a:stretch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15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F471A-C02C-48BA-086B-5B48A36C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0D2E5-698D-D8C1-958F-2302888E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7" b="4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048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40193-AB18-D681-6A9B-E529ECA4B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E5E4ED-6BF3-38D9-1F3D-7525968A6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4" b="1334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2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A25AF-A070-A8F5-30E6-C38A175C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57B96-41D0-F509-4366-86B85498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0" b="20"/>
          <a:stretch>
            <a:fillRect/>
          </a:stretch>
        </p:blipFill>
        <p:spPr>
          <a:xfrm>
            <a:off x="20" y="10886"/>
            <a:ext cx="12191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1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9AB8B-7213-9820-812F-ECE7F1D6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22341-3F63-7562-C387-98022667D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153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758098-CC2D-51AF-D0BC-205E4C222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582" y="2153751"/>
            <a:ext cx="6449075" cy="460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2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FB428-F874-4B09-BE1C-50875D53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A7DD6-C820-442B-6BBD-606E30A0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" t="1" r="872" b="1"/>
          <a:stretch>
            <a:fillRect/>
          </a:stretch>
        </p:blipFill>
        <p:spPr>
          <a:xfrm>
            <a:off x="0" y="1282"/>
            <a:ext cx="1219200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8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F80FB-9ABE-D408-F3EB-9BACF1FF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1ECFC6-A339-D8BB-FF11-A66058B4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5" t="2" b="-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30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C06F1-8267-A05B-D51C-2C635DFE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6C5D1-20C2-D0F4-E2D5-DF052FF6D4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216" t="1905" r="562" b="5692"/>
          <a:stretch>
            <a:fillRect/>
          </a:stretch>
        </p:blipFill>
        <p:spPr>
          <a:xfrm>
            <a:off x="-1" y="-2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2D8DE2-867A-9FE9-B48E-8A41C3AC25CC}"/>
              </a:ext>
            </a:extLst>
          </p:cNvPr>
          <p:cNvSpPr txBox="1"/>
          <p:nvPr/>
        </p:nvSpPr>
        <p:spPr>
          <a:xfrm>
            <a:off x="674914" y="6074229"/>
            <a:ext cx="10874829" cy="533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0" i="0" dirty="0">
                <a:solidFill>
                  <a:srgbClr val="FFFFFF"/>
                </a:solidFill>
                <a:effectLst/>
              </a:rPr>
              <a:t>HR Analytics for Mutual Funds  |  </a:t>
            </a:r>
            <a:r>
              <a:rPr lang="en-US" sz="2400" dirty="0">
                <a:solidFill>
                  <a:srgbClr val="FFFFFF"/>
                </a:solidFill>
              </a:rPr>
              <a:t>Roshitha</a:t>
            </a:r>
            <a:r>
              <a:rPr lang="en-US" sz="2400" b="0" i="0" dirty="0">
                <a:solidFill>
                  <a:srgbClr val="FFFFFF"/>
                </a:solidFill>
                <a:effectLst/>
              </a:rPr>
              <a:t> |  March–April 2026  |  Microsoft Excel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645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58</Words>
  <Application>Microsoft Office PowerPoint</Application>
  <PresentationFormat>Widescreen</PresentationFormat>
  <Paragraphs>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!</dc:creator>
  <cp:lastModifiedBy>rose !</cp:lastModifiedBy>
  <cp:revision>1</cp:revision>
  <dcterms:created xsi:type="dcterms:W3CDTF">2026-05-10T12:19:33Z</dcterms:created>
  <dcterms:modified xsi:type="dcterms:W3CDTF">2026-05-10T12:48:26Z</dcterms:modified>
</cp:coreProperties>
</file>